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Matter through Page 16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3281" y="320040"/>
            <a:ext cx="4022391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466" y="320040"/>
            <a:ext cx="4022255" cy="5943600"/>
          </a:xfrm>
          <a:prstGeom prst="rect">
            <a:avLst/>
          </a:prstGeom>
        </p:spPr>
      </p:pic>
      <p:pic>
        <p:nvPicPr>
          <p:cNvPr id="3" name="Image 1" descr="/home/user/LawStuff/aa-scan-deck/pages/p00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21" y="320040"/>
            <a:ext cx="401776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866" y="320040"/>
            <a:ext cx="4019219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8225" y="320040"/>
            <a:ext cx="4022255" cy="5943600"/>
          </a:xfrm>
          <a:prstGeom prst="rect">
            <a:avLst/>
          </a:prstGeom>
        </p:spPr>
      </p:pic>
      <p:pic>
        <p:nvPicPr>
          <p:cNvPr id="3" name="Image 1" descr="/home/user/LawStuff/aa-scan-deck/pages/p00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480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258" y="320040"/>
            <a:ext cx="4016188" cy="5943600"/>
          </a:xfrm>
          <a:prstGeom prst="rect">
            <a:avLst/>
          </a:prstGeom>
        </p:spPr>
      </p:pic>
      <p:pic>
        <p:nvPicPr>
          <p:cNvPr id="3" name="Image 1" descr="/home/user/LawStuff/aa-scan-deck/pages/p00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46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68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87" y="320040"/>
            <a:ext cx="4013277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689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015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55" y="320040"/>
            <a:ext cx="4007224" cy="5943600"/>
          </a:xfrm>
          <a:prstGeom prst="rect">
            <a:avLst/>
          </a:prstGeom>
        </p:spPr>
      </p:pic>
      <p:pic>
        <p:nvPicPr>
          <p:cNvPr id="3" name="Image 1" descr="/home/user/LawStuff/aa-scan-deck/pages/p00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179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9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173" y="320040"/>
            <a:ext cx="4008788" cy="5943600"/>
          </a:xfrm>
          <a:prstGeom prst="rect">
            <a:avLst/>
          </a:prstGeom>
        </p:spPr>
      </p:pic>
      <p:pic>
        <p:nvPicPr>
          <p:cNvPr id="3" name="Image 1" descr="/home/user/LawStuff/aa-scan-deck/pages/p00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1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927" y="320040"/>
            <a:ext cx="4008788" cy="5943600"/>
          </a:xfrm>
          <a:prstGeom prst="rect">
            <a:avLst/>
          </a:prstGeom>
        </p:spPr>
      </p:pic>
      <p:pic>
        <p:nvPicPr>
          <p:cNvPr id="3" name="Image 1" descr="/home/user/LawStuff/aa-scan-deck/pages/p00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0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2833" cy="5943600"/>
          </a:xfrm>
          <a:prstGeom prst="rect">
            <a:avLst/>
          </a:prstGeom>
        </p:spPr>
      </p:pic>
      <p:pic>
        <p:nvPicPr>
          <p:cNvPr id="3" name="Image 1" descr="/home/user/LawStuff/aa-scan-deck/pages/p00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737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16" y="320040"/>
            <a:ext cx="3999809" cy="5943600"/>
          </a:xfrm>
          <a:prstGeom prst="rect">
            <a:avLst/>
          </a:prstGeom>
        </p:spPr>
      </p:pic>
      <p:pic>
        <p:nvPicPr>
          <p:cNvPr id="3" name="Image 1" descr="/home/user/LawStuff/aa-scan-deck/pages/p00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26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51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0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63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0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881" y="320040"/>
            <a:ext cx="4002833" cy="5943600"/>
          </a:xfrm>
          <a:prstGeom prst="rect">
            <a:avLst/>
          </a:prstGeom>
        </p:spPr>
      </p:pic>
      <p:pic>
        <p:nvPicPr>
          <p:cNvPr id="3" name="Image 1" descr="/home/user/LawStuff/aa-scan-deck/pages/p00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4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43" y="320040"/>
            <a:ext cx="4016310" cy="5943600"/>
          </a:xfrm>
          <a:prstGeom prst="rect">
            <a:avLst/>
          </a:prstGeom>
        </p:spPr>
      </p:pic>
      <p:pic>
        <p:nvPicPr>
          <p:cNvPr id="3" name="Image 1" descr="/home/user/LawStuff/aa-scan-deck/pages/p00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3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51" y="320040"/>
            <a:ext cx="4011818" cy="5943600"/>
          </a:xfrm>
          <a:prstGeom prst="rect">
            <a:avLst/>
          </a:prstGeom>
        </p:spPr>
      </p:pic>
      <p:pic>
        <p:nvPicPr>
          <p:cNvPr id="3" name="Image 1" descr="/home/user/LawStuff/aa-scan-deck/pages/p00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69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2327" y="320040"/>
            <a:ext cx="400429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2026-08-18T22:02:59Z</dcterms:created>
  <dcterms:modified xsi:type="dcterms:W3CDTF">2026-08-18T22:02:59Z</dcterms:modified>
</cp:coreProperties>
</file>
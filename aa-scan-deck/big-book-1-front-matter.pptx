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 Group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29077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District 23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Matter through Page 16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2367" y="54864"/>
            <a:ext cx="4566961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590" y="54864"/>
            <a:ext cx="4566806" cy="6748272"/>
          </a:xfrm>
          <a:prstGeom prst="rect">
            <a:avLst/>
          </a:prstGeom>
        </p:spPr>
      </p:pic>
      <p:pic>
        <p:nvPicPr>
          <p:cNvPr id="3" name="Image 1" descr="/home/user/LawStuff/aa-scan-deck/pages/p00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396" y="54864"/>
            <a:ext cx="4561710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84298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4168" y="54864"/>
            <a:ext cx="4563360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6040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5858" y="54864"/>
            <a:ext cx="4566806" cy="6748272"/>
          </a:xfrm>
          <a:prstGeom prst="rect">
            <a:avLst/>
          </a:prstGeom>
        </p:spPr>
      </p:pic>
      <p:pic>
        <p:nvPicPr>
          <p:cNvPr id="3" name="Image 1" descr="/home/user/LawStuff/aa-scan-deck/pages/p00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664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573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871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302" y="54864"/>
            <a:ext cx="4559918" cy="6748272"/>
          </a:xfrm>
          <a:prstGeom prst="rect">
            <a:avLst/>
          </a:prstGeom>
        </p:spPr>
      </p:pic>
      <p:pic>
        <p:nvPicPr>
          <p:cNvPr id="3" name="Image 1" descr="/home/user/LawStuff/aa-scan-deck/pages/p00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20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8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27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76" y="54864"/>
            <a:ext cx="4542988" cy="6748272"/>
          </a:xfrm>
          <a:prstGeom prst="rect">
            <a:avLst/>
          </a:prstGeom>
        </p:spPr>
      </p:pic>
      <p:pic>
        <p:nvPicPr>
          <p:cNvPr id="3" name="Image 1" descr="/home/user/LawStuff/aa-scan-deck/pages/p00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63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5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4332" y="54864"/>
            <a:ext cx="4546419" cy="6748272"/>
          </a:xfrm>
          <a:prstGeom prst="rect">
            <a:avLst/>
          </a:prstGeom>
        </p:spPr>
      </p:pic>
      <p:pic>
        <p:nvPicPr>
          <p:cNvPr id="3" name="Image 1" descr="/home/user/LawStuff/aa-scan-deck/pages/p00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51" y="54864"/>
            <a:ext cx="4556613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42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xiv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02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4333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88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421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024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500" y="54864"/>
            <a:ext cx="4549740" cy="6748272"/>
          </a:xfrm>
          <a:prstGeom prst="rect">
            <a:avLst/>
          </a:prstGeom>
        </p:spPr>
      </p:pic>
      <p:pic>
        <p:nvPicPr>
          <p:cNvPr id="3" name="Image 1" descr="/home/user/LawStuff/aa-scan-deck/pages/p00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40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8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07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xix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7710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66" y="54864"/>
            <a:ext cx="454641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75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68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2612" y="54864"/>
            <a:ext cx="4551516" cy="6748272"/>
          </a:xfrm>
          <a:prstGeom prst="rect">
            <a:avLst/>
          </a:prstGeom>
        </p:spPr>
      </p:pic>
      <p:pic>
        <p:nvPicPr>
          <p:cNvPr id="3" name="Image 1" descr="/home/user/LawStuff/aa-scan-deck/pages/p00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7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249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96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061" y="54864"/>
            <a:ext cx="4551516" cy="6748272"/>
          </a:xfrm>
          <a:prstGeom prst="rect">
            <a:avLst/>
          </a:prstGeom>
        </p:spPr>
      </p:pic>
      <p:pic>
        <p:nvPicPr>
          <p:cNvPr id="3" name="Image 1" descr="/home/user/LawStuff/aa-scan-deck/pages/p00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7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94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xxiv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451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4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97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1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xxvii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42" y="54864"/>
            <a:ext cx="4544755" cy="6748272"/>
          </a:xfrm>
          <a:prstGeom prst="rect">
            <a:avLst/>
          </a:prstGeom>
        </p:spPr>
      </p:pic>
      <p:pic>
        <p:nvPicPr>
          <p:cNvPr id="3" name="Image 1" descr="/home/user/LawStuff/aa-scan-deck/pages/p00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19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xxviii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1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158" y="54864"/>
            <a:ext cx="4541322" cy="6748272"/>
          </a:xfrm>
          <a:prstGeom prst="rect">
            <a:avLst/>
          </a:prstGeom>
        </p:spPr>
      </p:pic>
      <p:pic>
        <p:nvPicPr>
          <p:cNvPr id="3" name="Image 1" descr="/home/user/LawStuff/aa-scan-deck/pages/p00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480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03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941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99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87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858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42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297" y="54864"/>
            <a:ext cx="455495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33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1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4271" y="54864"/>
            <a:ext cx="4549855" cy="6748272"/>
          </a:xfrm>
          <a:prstGeom prst="rect">
            <a:avLst/>
          </a:prstGeom>
        </p:spPr>
      </p:pic>
      <p:pic>
        <p:nvPicPr>
          <p:cNvPr id="3" name="Image 1" descr="/home/user/LawStuff/aa-scan-deck/pages/p00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7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415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030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22" y="54864"/>
            <a:ext cx="4544755" cy="6748272"/>
          </a:xfrm>
          <a:prstGeom prst="rect">
            <a:avLst/>
          </a:prstGeom>
        </p:spPr>
      </p:pic>
      <p:pic>
        <p:nvPicPr>
          <p:cNvPr id="3" name="Image 1" descr="/home/user/LawStuff/aa-scan-deck/pages/p00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6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0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75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171" y="54864"/>
            <a:ext cx="4560057" cy="6748272"/>
          </a:xfrm>
          <a:prstGeom prst="rect">
            <a:avLst/>
          </a:prstGeom>
        </p:spPr>
      </p:pic>
      <p:pic>
        <p:nvPicPr>
          <p:cNvPr id="3" name="Image 1" descr="/home/user/LawStuff/aa-scan-deck/pages/p00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28" y="54864"/>
            <a:ext cx="455329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05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40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992" y="54864"/>
            <a:ext cx="4554956" cy="6748272"/>
          </a:xfrm>
          <a:prstGeom prst="rect">
            <a:avLst/>
          </a:prstGeom>
        </p:spPr>
      </p:pic>
      <p:pic>
        <p:nvPicPr>
          <p:cNvPr id="3" name="Image 1" descr="/home/user/LawStuff/aa-scan-deck/pages/p00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948" y="54864"/>
            <a:ext cx="45447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87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858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2638" y="54864"/>
            <a:ext cx="4546419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6251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2026-08-20T01:28:40Z</dcterms:created>
  <dcterms:modified xsi:type="dcterms:W3CDTF">2026-08-20T01:28:40Z</dcterms:modified>
</cp:coreProperties>
</file>
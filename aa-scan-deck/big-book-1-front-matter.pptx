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Matter through Page 16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3281" y="320040"/>
            <a:ext cx="4022391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66" y="320040"/>
            <a:ext cx="4022255" cy="5943600"/>
          </a:xfrm>
          <a:prstGeom prst="rect">
            <a:avLst/>
          </a:prstGeom>
        </p:spPr>
      </p:pic>
      <p:pic>
        <p:nvPicPr>
          <p:cNvPr id="3" name="Image 1" descr="/home/user/LawStuff/aa-scan-deck/pages/p00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21" y="320040"/>
            <a:ext cx="401776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434526" y="2926080"/>
            <a:ext cx="13456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866" y="320040"/>
            <a:ext cx="4019219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24126" y="2926080"/>
            <a:ext cx="33560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225" y="320040"/>
            <a:ext cx="4022255" cy="5943600"/>
          </a:xfrm>
          <a:prstGeom prst="rect">
            <a:avLst/>
          </a:prstGeom>
        </p:spPr>
      </p:pic>
      <p:pic>
        <p:nvPicPr>
          <p:cNvPr id="3" name="Image 1" descr="/home/user/LawStuff/aa-scan-deck/pages/p00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80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67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0767" y="2926080"/>
            <a:ext cx="1349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258" y="320040"/>
            <a:ext cx="4016188" cy="5943600"/>
          </a:xfrm>
          <a:prstGeom prst="rect">
            <a:avLst/>
          </a:prstGeom>
        </p:spPr>
      </p:pic>
      <p:pic>
        <p:nvPicPr>
          <p:cNvPr id="3" name="Image 1" descr="/home/user/LawStuff/aa-scan-deck/pages/p00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46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34" y="2926080"/>
            <a:ext cx="135248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8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87" y="320040"/>
            <a:ext cx="4013277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3304" y="2926080"/>
            <a:ext cx="1356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89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015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1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3303" y="2926080"/>
            <a:ext cx="13569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55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0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79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4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37" y="2926080"/>
            <a:ext cx="13561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xix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9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173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0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1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26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819" y="2926080"/>
            <a:ext cx="135539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927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0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04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xxiv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065" y="2926080"/>
            <a:ext cx="13531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2833" cy="5943600"/>
          </a:xfrm>
          <a:prstGeom prst="rect">
            <a:avLst/>
          </a:prstGeom>
        </p:spPr>
      </p:pic>
      <p:pic>
        <p:nvPicPr>
          <p:cNvPr id="3" name="Image 1" descr="/home/user/LawStuff/aa-scan-deck/pages/p00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37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6" y="320040"/>
            <a:ext cx="3999809" cy="5943600"/>
          </a:xfrm>
          <a:prstGeom prst="rect">
            <a:avLst/>
          </a:prstGeom>
        </p:spPr>
      </p:pic>
      <p:pic>
        <p:nvPicPr>
          <p:cNvPr id="3" name="Image 1" descr="/home/user/LawStuff/aa-scan-deck/pages/p00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26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6" y="2926080"/>
            <a:ext cx="1357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41" y="2926080"/>
            <a:ext cx="1358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3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0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3357" y="2926080"/>
            <a:ext cx="1356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881" y="320040"/>
            <a:ext cx="4002833" cy="5943600"/>
          </a:xfrm>
          <a:prstGeom prst="rect">
            <a:avLst/>
          </a:prstGeom>
        </p:spPr>
      </p:pic>
      <p:pic>
        <p:nvPicPr>
          <p:cNvPr id="3" name="Image 1" descr="/home/user/LawStuff/aa-scan-deck/pages/p00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4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36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111" y="2926080"/>
            <a:ext cx="13591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43" y="320040"/>
            <a:ext cx="4016310" cy="5943600"/>
          </a:xfrm>
          <a:prstGeom prst="rect">
            <a:avLst/>
          </a:prstGeom>
        </p:spPr>
      </p:pic>
      <p:pic>
        <p:nvPicPr>
          <p:cNvPr id="3" name="Image 1" descr="/home/user/LawStuff/aa-scan-deck/pages/p00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3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849" y="2926080"/>
            <a:ext cx="13523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9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41" y="2926080"/>
            <a:ext cx="1358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2327" y="320040"/>
            <a:ext cx="400429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6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2026-08-19T03:20:30Z</dcterms:created>
  <dcterms:modified xsi:type="dcterms:W3CDTF">2026-08-19T03:20:30Z</dcterms:modified>
</cp:coreProperties>
</file>
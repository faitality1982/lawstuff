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</p:sldIdLst>
  <p:notesMasterIdLst>
    <p:notesMasterId r:id="rId3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notesMaster" Target="notesMasters/notesMaster1.xml"/><Relationship Id="rId38" Type="http://schemas.openxmlformats.org/officeDocument/2006/relationships/presProps" Target="presProps.xml"/><Relationship Id="rId39" Type="http://schemas.openxmlformats.org/officeDocument/2006/relationships/viewProps" Target="viewProps.xml"/><Relationship Id="rId40" Type="http://schemas.openxmlformats.org/officeDocument/2006/relationships/theme" Target="theme/theme1.xml"/><Relationship Id="rId4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image" Target="../media/image-4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image" Target="../media/image-12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image" Target="../media/image-13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image" Target="../media/image-15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image" Target="../media/image-16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image" Target="../media/image-17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image" Target="../media/image-20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image" Target="../media/image-22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image" Target="../media/image-23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image" Target="../media/image-26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jpg"/><Relationship Id="rId2" Type="http://schemas.openxmlformats.org/officeDocument/2006/relationships/image" Target="../media/image-27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jpg"/><Relationship Id="rId2" Type="http://schemas.openxmlformats.org/officeDocument/2006/relationships/image" Target="../media/image-28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jpg"/><Relationship Id="rId2" Type="http://schemas.openxmlformats.org/officeDocument/2006/relationships/image" Target="../media/image-30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jpg"/><Relationship Id="rId2" Type="http://schemas.openxmlformats.org/officeDocument/2006/relationships/image" Target="../media/image-32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jpg"/><Relationship Id="rId2" Type="http://schemas.openxmlformats.org/officeDocument/2006/relationships/image" Target="../media/image-33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jpg"/><Relationship Id="rId2" Type="http://schemas.openxmlformats.org/officeDocument/2006/relationships/image" Target="../media/image-34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874520"/>
            <a:ext cx="1054303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Big Book Study Group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822960" y="2907792"/>
            <a:ext cx="10543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200" kern="0" dirty="0">
                <a:solidFill>
                  <a:srgbClr val="A9B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District 23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22960" y="3364992"/>
            <a:ext cx="10543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7E92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 Matter through Page 16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822960" y="4069080"/>
            <a:ext cx="5486400" cy="1051560"/>
          </a:xfrm>
          <a:prstGeom prst="roundRect">
            <a:avLst>
              <a:gd name="adj" fmla="val 8696"/>
            </a:avLst>
          </a:prstGeom>
          <a:solidFill>
            <a:srgbClr val="2A3B54"/>
          </a:solidFill>
          <a:ln/>
        </p:spPr>
      </p:sp>
      <p:sp>
        <p:nvSpPr>
          <p:cNvPr id="6" name="Text 4"/>
          <p:cNvSpPr/>
          <p:nvPr/>
        </p:nvSpPr>
        <p:spPr>
          <a:xfrm>
            <a:off x="1143000" y="4069080"/>
            <a:ext cx="4846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903 Court Street, Port Huron</a:t>
            </a:r>
            <a:endParaRPr lang="en-US" sz="2000" dirty="0"/>
          </a:p>
          <a:p>
            <a:pPr indent="0" marL="0">
              <a:buNone/>
            </a:pPr>
            <a:r>
              <a:rPr lang="en-US" sz="1500" dirty="0">
                <a:solidFill>
                  <a:srgbClr val="A9B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Wednesdays  ·  7:00 PM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82296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B2A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Copyright Notice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11091672" cy="2011680"/>
          </a:xfrm>
          <a:prstGeom prst="roundRect">
            <a:avLst>
              <a:gd name="adj" fmla="val 4545"/>
            </a:avLst>
          </a:prstGeom>
          <a:solidFill>
            <a:srgbClr val="F1F4F7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1737360"/>
            <a:ext cx="1036015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900" i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“These materials are copyright © by Alcoholics Anonymous World Services, Inc. ("A.A.W.S."). All rights reserved. Individual printing or photocopying of a single copy is permitted. Intended for personal use only, and not to be reproduced further or distributed for resale.”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548640" y="402336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Displayed at the request of A.A. World Services, Inc. Reproduced with permission for use during this A.A. meeting.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00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12367" y="54864"/>
            <a:ext cx="4566961" cy="674827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 rot="16200000">
            <a:off x="-2999232" y="321868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00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31590" y="54864"/>
            <a:ext cx="4566806" cy="6748272"/>
          </a:xfrm>
          <a:prstGeom prst="rect">
            <a:avLst/>
          </a:prstGeom>
        </p:spPr>
      </p:pic>
      <p:pic>
        <p:nvPicPr>
          <p:cNvPr id="3" name="Image 1" descr="/home/user/LawStuff/aa-scan-deck/pages/p0002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8396" y="54864"/>
            <a:ext cx="4561710" cy="6748272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10842986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</a:t>
            </a:r>
            <a:endParaRPr lang="en-US" sz="2800" dirty="0"/>
          </a:p>
        </p:txBody>
      </p:sp>
      <p:sp>
        <p:nvSpPr>
          <p:cNvPr id="5" name="Text 1"/>
          <p:cNvSpPr/>
          <p:nvPr/>
        </p:nvSpPr>
        <p:spPr>
          <a:xfrm rot="16200000">
            <a:off x="-2999232" y="321868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00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14168" y="54864"/>
            <a:ext cx="4563360" cy="674827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560407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vii</a:t>
            </a:r>
            <a:endParaRPr lang="en-US" sz="2800" dirty="0"/>
          </a:p>
        </p:txBody>
      </p:sp>
      <p:sp>
        <p:nvSpPr>
          <p:cNvPr id="4" name="Text 1"/>
          <p:cNvSpPr/>
          <p:nvPr/>
        </p:nvSpPr>
        <p:spPr>
          <a:xfrm rot="16200000">
            <a:off x="-2999232" y="321868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00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35858" y="54864"/>
            <a:ext cx="4566806" cy="6748272"/>
          </a:xfrm>
          <a:prstGeom prst="rect">
            <a:avLst/>
          </a:prstGeom>
        </p:spPr>
      </p:pic>
      <p:pic>
        <p:nvPicPr>
          <p:cNvPr id="3" name="Image 1" descr="/home/user/LawStuff/aa-scan-deck/pages/p0005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02664" y="54864"/>
            <a:ext cx="4553174" cy="6748272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75738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viii</a:t>
            </a:r>
            <a:endParaRPr lang="en-US" sz="2800" dirty="0"/>
          </a:p>
        </p:txBody>
      </p:sp>
      <p:sp>
        <p:nvSpPr>
          <p:cNvPr id="5" name="Text 1"/>
          <p:cNvSpPr/>
          <p:nvPr/>
        </p:nvSpPr>
        <p:spPr>
          <a:xfrm>
            <a:off x="10838718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ix</a:t>
            </a:r>
            <a:endParaRPr lang="en-US" sz="2800" dirty="0"/>
          </a:p>
        </p:txBody>
      </p:sp>
      <p:sp>
        <p:nvSpPr>
          <p:cNvPr id="6" name="Text 2"/>
          <p:cNvSpPr/>
          <p:nvPr/>
        </p:nvSpPr>
        <p:spPr>
          <a:xfrm rot="16200000">
            <a:off x="-2999232" y="321868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00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39302" y="54864"/>
            <a:ext cx="4559918" cy="6748272"/>
          </a:xfrm>
          <a:prstGeom prst="rect">
            <a:avLst/>
          </a:prstGeom>
        </p:spPr>
      </p:pic>
      <p:pic>
        <p:nvPicPr>
          <p:cNvPr id="3" name="Image 1" descr="/home/user/LawStuff/aa-scan-deck/pages/p0007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9220" y="54864"/>
            <a:ext cx="4553174" cy="6748272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79182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</a:t>
            </a:r>
            <a:endParaRPr lang="en-US" sz="2800" dirty="0"/>
          </a:p>
        </p:txBody>
      </p:sp>
      <p:sp>
        <p:nvSpPr>
          <p:cNvPr id="5" name="Text 1"/>
          <p:cNvSpPr/>
          <p:nvPr/>
        </p:nvSpPr>
        <p:spPr>
          <a:xfrm>
            <a:off x="10835274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xi</a:t>
            </a:r>
            <a:endParaRPr lang="en-US" sz="2800" dirty="0"/>
          </a:p>
        </p:txBody>
      </p:sp>
      <p:sp>
        <p:nvSpPr>
          <p:cNvPr id="6" name="Text 2"/>
          <p:cNvSpPr/>
          <p:nvPr/>
        </p:nvSpPr>
        <p:spPr>
          <a:xfrm rot="16200000">
            <a:off x="-2999232" y="321868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B2A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Rowland Hazard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548640" y="987552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xi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2788920" y="1600200"/>
            <a:ext cx="6583680" cy="4069080"/>
          </a:xfrm>
          <a:prstGeom prst="roundRect">
            <a:avLst>
              <a:gd name="adj" fmla="val 1798"/>
            </a:avLst>
          </a:prstGeom>
          <a:solidFill>
            <a:srgbClr val="F7F9FB"/>
          </a:solidFill>
          <a:ln w="19050">
            <a:solidFill>
              <a:srgbClr val="AEBBC9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3154680" y="1600200"/>
            <a:ext cx="5852160" cy="4069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</a:t>
            </a:r>
            <a:endParaRPr lang="en-US" sz="11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endParaRPr lang="en-US" sz="1100" dirty="0"/>
          </a:p>
          <a:p>
            <a:pPr algn="ctr"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Photograph, with a brief history.</a:t>
            </a:r>
            <a:endParaRPr lang="en-US" sz="11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endParaRPr lang="en-US" sz="1100" dirty="0"/>
          </a:p>
          <a:p>
            <a:pPr algn="ctr" indent="0" marL="0">
              <a:buNone/>
            </a:pPr>
            <a:r>
              <a:rPr lang="en-US" sz="1300" i="1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 the image into this frame in PowerPoint.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2788920" y="5806440"/>
            <a:ext cx="6583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Credit: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00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46876" y="54864"/>
            <a:ext cx="4542988" cy="6748272"/>
          </a:xfrm>
          <a:prstGeom prst="rect">
            <a:avLst/>
          </a:prstGeom>
        </p:spPr>
      </p:pic>
      <p:pic>
        <p:nvPicPr>
          <p:cNvPr id="3" name="Image 1" descr="/home/user/LawStuff/aa-scan-deck/pages/p0009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9863" y="54864"/>
            <a:ext cx="4554956" cy="6748272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86756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xii</a:t>
            </a:r>
            <a:endParaRPr lang="en-US" sz="2800" dirty="0"/>
          </a:p>
        </p:txBody>
      </p:sp>
      <p:sp>
        <p:nvSpPr>
          <p:cNvPr id="5" name="Text 1"/>
          <p:cNvSpPr/>
          <p:nvPr/>
        </p:nvSpPr>
        <p:spPr>
          <a:xfrm>
            <a:off x="10827699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xiii</a:t>
            </a:r>
            <a:endParaRPr lang="en-US" sz="2800" dirty="0"/>
          </a:p>
        </p:txBody>
      </p:sp>
      <p:sp>
        <p:nvSpPr>
          <p:cNvPr id="6" name="Text 2"/>
          <p:cNvSpPr/>
          <p:nvPr/>
        </p:nvSpPr>
        <p:spPr>
          <a:xfrm rot="16200000">
            <a:off x="-2999232" y="321868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B2A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Oxford Group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548640" y="987552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xii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2788920" y="1600200"/>
            <a:ext cx="6583680" cy="4069080"/>
          </a:xfrm>
          <a:prstGeom prst="roundRect">
            <a:avLst>
              <a:gd name="adj" fmla="val 1798"/>
            </a:avLst>
          </a:prstGeom>
          <a:solidFill>
            <a:srgbClr val="F7F9FB"/>
          </a:solidFill>
          <a:ln w="19050">
            <a:solidFill>
              <a:srgbClr val="AEBBC9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3154680" y="1600200"/>
            <a:ext cx="5852160" cy="4069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</a:t>
            </a:r>
            <a:endParaRPr lang="en-US" sz="11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endParaRPr lang="en-US" sz="1100" dirty="0"/>
          </a:p>
          <a:p>
            <a:pPr algn="ctr"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Photograph.</a:t>
            </a:r>
            <a:endParaRPr lang="en-US" sz="11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endParaRPr lang="en-US" sz="1100" dirty="0"/>
          </a:p>
          <a:p>
            <a:pPr algn="ctr" indent="0" marL="0">
              <a:buNone/>
            </a:pPr>
            <a:r>
              <a:rPr lang="en-US" sz="1300" i="1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 the image into this frame in PowerPoint.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2788920" y="5806440"/>
            <a:ext cx="6583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Credit: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B2A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A.A. Number Three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548640" y="987552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xiii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2788920" y="1600200"/>
            <a:ext cx="6583680" cy="4069080"/>
          </a:xfrm>
          <a:prstGeom prst="roundRect">
            <a:avLst>
              <a:gd name="adj" fmla="val 1798"/>
            </a:avLst>
          </a:prstGeom>
          <a:solidFill>
            <a:srgbClr val="F7F9FB"/>
          </a:solidFill>
          <a:ln w="19050">
            <a:solidFill>
              <a:srgbClr val="AEBBC9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3154680" y="1600200"/>
            <a:ext cx="5852160" cy="4069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</a:t>
            </a:r>
            <a:endParaRPr lang="en-US" sz="11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endParaRPr lang="en-US" sz="1100" dirty="0"/>
          </a:p>
          <a:p>
            <a:pPr algn="ctr"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 D. — the man in the bed, Akron City Hospital, 1935.</a:t>
            </a:r>
            <a:endParaRPr lang="en-US" sz="11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endParaRPr lang="en-US" sz="1100" dirty="0"/>
          </a:p>
          <a:p>
            <a:pPr algn="ctr" indent="0" marL="0">
              <a:buNone/>
            </a:pPr>
            <a:r>
              <a:rPr lang="en-US" sz="1300" i="1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 the image into this frame in PowerPoint.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2788920" y="5806440"/>
            <a:ext cx="6583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Credit: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01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44332" y="54864"/>
            <a:ext cx="4546419" cy="6748272"/>
          </a:xfrm>
          <a:prstGeom prst="rect">
            <a:avLst/>
          </a:prstGeom>
        </p:spPr>
      </p:pic>
      <p:pic>
        <p:nvPicPr>
          <p:cNvPr id="3" name="Image 1" descr="/home/user/LawStuff/aa-scan-deck/pages/p0011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0751" y="54864"/>
            <a:ext cx="4556613" cy="6748272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84212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xiv</a:t>
            </a:r>
            <a:endParaRPr lang="en-US" sz="2800" dirty="0"/>
          </a:p>
        </p:txBody>
      </p:sp>
      <p:sp>
        <p:nvSpPr>
          <p:cNvPr id="5" name="Text 1"/>
          <p:cNvSpPr/>
          <p:nvPr/>
        </p:nvSpPr>
        <p:spPr>
          <a:xfrm>
            <a:off x="10830243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xv</a:t>
            </a:r>
            <a:endParaRPr lang="en-US" sz="2800" dirty="0"/>
          </a:p>
        </p:txBody>
      </p:sp>
      <p:sp>
        <p:nvSpPr>
          <p:cNvPr id="6" name="Text 2"/>
          <p:cNvSpPr/>
          <p:nvPr/>
        </p:nvSpPr>
        <p:spPr>
          <a:xfrm rot="16200000">
            <a:off x="-2999232" y="321868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7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01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44333" y="54864"/>
            <a:ext cx="4549855" cy="6748272"/>
          </a:xfrm>
          <a:prstGeom prst="rect">
            <a:avLst/>
          </a:prstGeom>
        </p:spPr>
      </p:pic>
      <p:pic>
        <p:nvPicPr>
          <p:cNvPr id="3" name="Image 1" descr="/home/user/LawStuff/aa-scan-deck/pages/p0013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188" y="54864"/>
            <a:ext cx="4553174" cy="6748272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84213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xvi</a:t>
            </a:r>
            <a:endParaRPr lang="en-US" sz="2800" dirty="0"/>
          </a:p>
        </p:txBody>
      </p:sp>
      <p:sp>
        <p:nvSpPr>
          <p:cNvPr id="5" name="Text 1"/>
          <p:cNvSpPr/>
          <p:nvPr/>
        </p:nvSpPr>
        <p:spPr>
          <a:xfrm>
            <a:off x="10830242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xvii</a:t>
            </a:r>
            <a:endParaRPr lang="en-US" sz="2800" dirty="0"/>
          </a:p>
        </p:txBody>
      </p:sp>
      <p:sp>
        <p:nvSpPr>
          <p:cNvPr id="6" name="Text 2"/>
          <p:cNvSpPr/>
          <p:nvPr/>
        </p:nvSpPr>
        <p:spPr>
          <a:xfrm rot="16200000">
            <a:off x="-2999232" y="321868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7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B2A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Clarence Snyder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548640" y="987552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xvii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2788920" y="1600200"/>
            <a:ext cx="6583680" cy="4069080"/>
          </a:xfrm>
          <a:prstGeom prst="roundRect">
            <a:avLst>
              <a:gd name="adj" fmla="val 1798"/>
            </a:avLst>
          </a:prstGeom>
          <a:solidFill>
            <a:srgbClr val="F7F9FB"/>
          </a:solidFill>
          <a:ln w="19050">
            <a:solidFill>
              <a:srgbClr val="AEBBC9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3154680" y="1600200"/>
            <a:ext cx="5852160" cy="4069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</a:t>
            </a:r>
            <a:endParaRPr lang="en-US" sz="11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endParaRPr lang="en-US" sz="1100" dirty="0"/>
          </a:p>
          <a:p>
            <a:pPr algn="ctr"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Photograph.</a:t>
            </a:r>
            <a:endParaRPr lang="en-US" sz="11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endParaRPr lang="en-US" sz="1100" dirty="0"/>
          </a:p>
          <a:p>
            <a:pPr algn="ctr" indent="0" marL="0">
              <a:buNone/>
            </a:pPr>
            <a:r>
              <a:rPr lang="en-US" sz="1300" i="1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 the image into this frame in PowerPoint.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2788920" y="5806440"/>
            <a:ext cx="6583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Credit: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01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43500" y="54864"/>
            <a:ext cx="4549740" cy="6748272"/>
          </a:xfrm>
          <a:prstGeom prst="rect">
            <a:avLst/>
          </a:prstGeom>
        </p:spPr>
      </p:pic>
      <p:pic>
        <p:nvPicPr>
          <p:cNvPr id="3" name="Image 1" descr="/home/user/LawStuff/aa-scan-deck/pages/p0015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3240" y="54864"/>
            <a:ext cx="4554956" cy="6748272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83380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xviii</a:t>
            </a:r>
            <a:endParaRPr lang="en-US" sz="2800" dirty="0"/>
          </a:p>
        </p:txBody>
      </p:sp>
      <p:sp>
        <p:nvSpPr>
          <p:cNvPr id="5" name="Text 1"/>
          <p:cNvSpPr/>
          <p:nvPr/>
        </p:nvSpPr>
        <p:spPr>
          <a:xfrm>
            <a:off x="10831076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xix</a:t>
            </a:r>
            <a:endParaRPr lang="en-US" sz="2800" dirty="0"/>
          </a:p>
        </p:txBody>
      </p:sp>
      <p:sp>
        <p:nvSpPr>
          <p:cNvPr id="6" name="Text 2"/>
          <p:cNvSpPr/>
          <p:nvPr/>
        </p:nvSpPr>
        <p:spPr>
          <a:xfrm rot="16200000">
            <a:off x="-2999232" y="321868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7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01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47710" y="54864"/>
            <a:ext cx="4549855" cy="6748272"/>
          </a:xfrm>
          <a:prstGeom prst="rect">
            <a:avLst/>
          </a:prstGeom>
        </p:spPr>
      </p:pic>
      <p:pic>
        <p:nvPicPr>
          <p:cNvPr id="3" name="Image 1" descr="/home/user/LawStuff/aa-scan-deck/pages/p0017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7566" y="54864"/>
            <a:ext cx="4546419" cy="6748272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87590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xx</a:t>
            </a:r>
            <a:endParaRPr lang="en-US" sz="2800" dirty="0"/>
          </a:p>
        </p:txBody>
      </p:sp>
      <p:sp>
        <p:nvSpPr>
          <p:cNvPr id="5" name="Text 1"/>
          <p:cNvSpPr/>
          <p:nvPr/>
        </p:nvSpPr>
        <p:spPr>
          <a:xfrm>
            <a:off x="10826865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xxi</a:t>
            </a:r>
            <a:endParaRPr lang="en-US" sz="2800" dirty="0"/>
          </a:p>
        </p:txBody>
      </p:sp>
      <p:sp>
        <p:nvSpPr>
          <p:cNvPr id="6" name="Text 2"/>
          <p:cNvSpPr/>
          <p:nvPr/>
        </p:nvSpPr>
        <p:spPr>
          <a:xfrm rot="16200000">
            <a:off x="-2999232" y="321868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7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01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42612" y="54864"/>
            <a:ext cx="4551516" cy="6748272"/>
          </a:xfrm>
          <a:prstGeom prst="rect">
            <a:avLst/>
          </a:prstGeom>
        </p:spPr>
      </p:pic>
      <p:pic>
        <p:nvPicPr>
          <p:cNvPr id="3" name="Image 1" descr="/home/user/LawStuff/aa-scan-deck/pages/p0019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127" y="54864"/>
            <a:ext cx="4554956" cy="6748272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82492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xxii</a:t>
            </a:r>
            <a:endParaRPr lang="en-US" sz="2800" dirty="0"/>
          </a:p>
        </p:txBody>
      </p:sp>
      <p:sp>
        <p:nvSpPr>
          <p:cNvPr id="5" name="Text 1"/>
          <p:cNvSpPr/>
          <p:nvPr/>
        </p:nvSpPr>
        <p:spPr>
          <a:xfrm>
            <a:off x="10831964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xxiii</a:t>
            </a:r>
            <a:endParaRPr lang="en-US" sz="2800" dirty="0"/>
          </a:p>
        </p:txBody>
      </p:sp>
      <p:sp>
        <p:nvSpPr>
          <p:cNvPr id="6" name="Text 2"/>
          <p:cNvSpPr/>
          <p:nvPr/>
        </p:nvSpPr>
        <p:spPr>
          <a:xfrm rot="16200000">
            <a:off x="-2999232" y="321868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7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B2A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William D. Silkworth, M.D.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548640" y="987552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xxii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2788920" y="1600200"/>
            <a:ext cx="6583680" cy="4069080"/>
          </a:xfrm>
          <a:prstGeom prst="roundRect">
            <a:avLst>
              <a:gd name="adj" fmla="val 1798"/>
            </a:avLst>
          </a:prstGeom>
          <a:solidFill>
            <a:srgbClr val="F7F9FB"/>
          </a:solidFill>
          <a:ln w="19050">
            <a:solidFill>
              <a:srgbClr val="AEBBC9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3154680" y="1600200"/>
            <a:ext cx="5852160" cy="4069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</a:t>
            </a:r>
            <a:endParaRPr lang="en-US" sz="11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endParaRPr lang="en-US" sz="1100" dirty="0"/>
          </a:p>
          <a:p>
            <a:pPr algn="ctr"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Photograph.</a:t>
            </a:r>
            <a:endParaRPr lang="en-US" sz="11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endParaRPr lang="en-US" sz="1100" dirty="0"/>
          </a:p>
          <a:p>
            <a:pPr algn="ctr" indent="0" marL="0">
              <a:buNone/>
            </a:pPr>
            <a:r>
              <a:rPr lang="en-US" sz="1300" i="1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 the image into this frame in PowerPoint.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2788920" y="5806440"/>
            <a:ext cx="6583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Credit: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B2A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Towns Hospital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548640" y="987552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xxiii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2788920" y="1600200"/>
            <a:ext cx="6583680" cy="4069080"/>
          </a:xfrm>
          <a:prstGeom prst="roundRect">
            <a:avLst>
              <a:gd name="adj" fmla="val 1798"/>
            </a:avLst>
          </a:prstGeom>
          <a:solidFill>
            <a:srgbClr val="F7F9FB"/>
          </a:solidFill>
          <a:ln w="19050">
            <a:solidFill>
              <a:srgbClr val="AEBBC9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3154680" y="1600200"/>
            <a:ext cx="5852160" cy="4069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</a:t>
            </a:r>
            <a:endParaRPr lang="en-US" sz="11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endParaRPr lang="en-US" sz="1100" dirty="0"/>
          </a:p>
          <a:p>
            <a:pPr algn="ctr"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293 Central Park West, New York City.</a:t>
            </a:r>
            <a:endParaRPr lang="en-US" sz="11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endParaRPr lang="en-US" sz="1100" dirty="0"/>
          </a:p>
          <a:p>
            <a:pPr algn="ctr" indent="0" marL="0">
              <a:buNone/>
            </a:pPr>
            <a:r>
              <a:rPr lang="en-US" sz="1300" i="1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 the image into this frame in PowerPoint.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2788920" y="5806440"/>
            <a:ext cx="6583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Credit: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02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40061" y="54864"/>
            <a:ext cx="4551516" cy="6748272"/>
          </a:xfrm>
          <a:prstGeom prst="rect">
            <a:avLst/>
          </a:prstGeom>
        </p:spPr>
      </p:pic>
      <p:pic>
        <p:nvPicPr>
          <p:cNvPr id="3" name="Image 1" descr="/home/user/LawStuff/aa-scan-deck/pages/p0021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1577" y="54864"/>
            <a:ext cx="4560057" cy="6748272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79941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xxiv</a:t>
            </a:r>
            <a:endParaRPr lang="en-US" sz="2800" dirty="0"/>
          </a:p>
        </p:txBody>
      </p:sp>
      <p:sp>
        <p:nvSpPr>
          <p:cNvPr id="5" name="Text 1"/>
          <p:cNvSpPr/>
          <p:nvPr/>
        </p:nvSpPr>
        <p:spPr>
          <a:xfrm>
            <a:off x="10834514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xxv</a:t>
            </a:r>
            <a:endParaRPr lang="en-US" sz="2800" dirty="0"/>
          </a:p>
        </p:txBody>
      </p:sp>
      <p:sp>
        <p:nvSpPr>
          <p:cNvPr id="6" name="Text 2"/>
          <p:cNvSpPr/>
          <p:nvPr/>
        </p:nvSpPr>
        <p:spPr>
          <a:xfrm rot="16200000">
            <a:off x="-2999232" y="321868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7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B2A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Alcohol Metabolism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548640" y="987552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xxv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2788920" y="1600200"/>
            <a:ext cx="6583680" cy="4069080"/>
          </a:xfrm>
          <a:prstGeom prst="roundRect">
            <a:avLst>
              <a:gd name="adj" fmla="val 1798"/>
            </a:avLst>
          </a:prstGeom>
          <a:solidFill>
            <a:srgbClr val="F7F9FB"/>
          </a:solidFill>
          <a:ln w="19050">
            <a:solidFill>
              <a:srgbClr val="AEBBC9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3154680" y="1600200"/>
            <a:ext cx="5852160" cy="4069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</a:t>
            </a:r>
            <a:endParaRPr lang="en-US" sz="11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endParaRPr lang="en-US" sz="1100" dirty="0"/>
          </a:p>
          <a:p>
            <a:pPr algn="ctr"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Diagram.</a:t>
            </a:r>
            <a:endParaRPr lang="en-US" sz="11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endParaRPr lang="en-US" sz="1100" dirty="0"/>
          </a:p>
          <a:p>
            <a:pPr algn="ctr" indent="0" marL="0">
              <a:buNone/>
            </a:pPr>
            <a:r>
              <a:rPr lang="en-US" sz="1300" i="1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 the image into this frame in PowerPoint.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2788920" y="5806440"/>
            <a:ext cx="6583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Credit: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02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43442" y="54864"/>
            <a:ext cx="4549855" cy="6748272"/>
          </a:xfrm>
          <a:prstGeom prst="rect">
            <a:avLst/>
          </a:prstGeom>
        </p:spPr>
      </p:pic>
      <p:pic>
        <p:nvPicPr>
          <p:cNvPr id="3" name="Image 1" descr="/home/user/LawStuff/aa-scan-deck/pages/p0023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3297" y="54864"/>
            <a:ext cx="4554956" cy="6748272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83322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xxvi</a:t>
            </a:r>
            <a:endParaRPr lang="en-US" sz="2800" dirty="0"/>
          </a:p>
        </p:txBody>
      </p:sp>
      <p:sp>
        <p:nvSpPr>
          <p:cNvPr id="5" name="Text 1"/>
          <p:cNvSpPr/>
          <p:nvPr/>
        </p:nvSpPr>
        <p:spPr>
          <a:xfrm>
            <a:off x="10831133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xxvii</a:t>
            </a:r>
            <a:endParaRPr lang="en-US" sz="2800" dirty="0"/>
          </a:p>
        </p:txBody>
      </p:sp>
      <p:sp>
        <p:nvSpPr>
          <p:cNvPr id="6" name="Text 2"/>
          <p:cNvSpPr/>
          <p:nvPr/>
        </p:nvSpPr>
        <p:spPr>
          <a:xfrm rot="16200000">
            <a:off x="-2999232" y="321868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7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02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43442" y="54864"/>
            <a:ext cx="4544755" cy="6748272"/>
          </a:xfrm>
          <a:prstGeom prst="rect">
            <a:avLst/>
          </a:prstGeom>
        </p:spPr>
      </p:pic>
      <p:pic>
        <p:nvPicPr>
          <p:cNvPr id="3" name="Image 1" descr="/home/user/LawStuff/aa-scan-deck/pages/p0025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8196" y="54864"/>
            <a:ext cx="4560057" cy="6748272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83322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xxviii</a:t>
            </a:r>
            <a:endParaRPr lang="en-US" sz="2800" dirty="0"/>
          </a:p>
        </p:txBody>
      </p:sp>
      <p:sp>
        <p:nvSpPr>
          <p:cNvPr id="5" name="Text 1"/>
          <p:cNvSpPr/>
          <p:nvPr/>
        </p:nvSpPr>
        <p:spPr>
          <a:xfrm>
            <a:off x="10831133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800" dirty="0"/>
          </a:p>
        </p:txBody>
      </p:sp>
      <p:sp>
        <p:nvSpPr>
          <p:cNvPr id="6" name="Text 2"/>
          <p:cNvSpPr/>
          <p:nvPr/>
        </p:nvSpPr>
        <p:spPr>
          <a:xfrm rot="16200000">
            <a:off x="-2999232" y="321868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7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B2A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Bill W.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548640" y="987552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1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2788920" y="1600200"/>
            <a:ext cx="6583680" cy="4069080"/>
          </a:xfrm>
          <a:prstGeom prst="roundRect">
            <a:avLst>
              <a:gd name="adj" fmla="val 1798"/>
            </a:avLst>
          </a:prstGeom>
          <a:solidFill>
            <a:srgbClr val="F7F9FB"/>
          </a:solidFill>
          <a:ln w="19050">
            <a:solidFill>
              <a:srgbClr val="AEBBC9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3154680" y="1600200"/>
            <a:ext cx="5852160" cy="4069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</a:t>
            </a:r>
            <a:endParaRPr lang="en-US" sz="11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endParaRPr lang="en-US" sz="1100" dirty="0"/>
          </a:p>
          <a:p>
            <a:pPr algn="ctr"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Photograph.</a:t>
            </a:r>
            <a:endParaRPr lang="en-US" sz="11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endParaRPr lang="en-US" sz="1100" dirty="0"/>
          </a:p>
          <a:p>
            <a:pPr algn="ctr" indent="0" marL="0">
              <a:buNone/>
            </a:pPr>
            <a:r>
              <a:rPr lang="en-US" sz="1300" i="1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 the image into this frame in PowerPoint.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2788920" y="5806440"/>
            <a:ext cx="6583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Credit:</a:t>
            </a:r>
            <a:endParaRPr lang="en-US" sz="1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B2A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Tombstone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548640" y="987552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1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2788920" y="1600200"/>
            <a:ext cx="6583680" cy="4069080"/>
          </a:xfrm>
          <a:prstGeom prst="roundRect">
            <a:avLst>
              <a:gd name="adj" fmla="val 1798"/>
            </a:avLst>
          </a:prstGeom>
          <a:solidFill>
            <a:srgbClr val="F7F9FB"/>
          </a:solidFill>
          <a:ln w="19050">
            <a:solidFill>
              <a:srgbClr val="AEBBC9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3154680" y="1600200"/>
            <a:ext cx="5852160" cy="4069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</a:t>
            </a:r>
            <a:endParaRPr lang="en-US" sz="11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endParaRPr lang="en-US" sz="1100" dirty="0"/>
          </a:p>
          <a:p>
            <a:pPr algn="ctr"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Thomas Thetcher, Winchester Cathedral — “Or by pot.”</a:t>
            </a:r>
            <a:endParaRPr lang="en-US" sz="11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endParaRPr lang="en-US" sz="1100" dirty="0"/>
          </a:p>
          <a:p>
            <a:pPr algn="ctr" indent="0" marL="0">
              <a:buNone/>
            </a:pPr>
            <a:r>
              <a:rPr lang="en-US" sz="1300" i="1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 the image into this frame in PowerPoint.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2788920" y="5806440"/>
            <a:ext cx="6583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Credit:</a:t>
            </a:r>
            <a:endParaRPr lang="en-US" sz="1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02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45158" y="54864"/>
            <a:ext cx="4541322" cy="6748272"/>
          </a:xfrm>
          <a:prstGeom prst="rect">
            <a:avLst/>
          </a:prstGeom>
        </p:spPr>
      </p:pic>
      <p:pic>
        <p:nvPicPr>
          <p:cNvPr id="3" name="Image 1" descr="/home/user/LawStuff/aa-scan-deck/pages/p0027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6480" y="54864"/>
            <a:ext cx="4560057" cy="6748272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85038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800" dirty="0"/>
          </a:p>
        </p:txBody>
      </p:sp>
      <p:sp>
        <p:nvSpPr>
          <p:cNvPr id="5" name="Text 1"/>
          <p:cNvSpPr/>
          <p:nvPr/>
        </p:nvSpPr>
        <p:spPr>
          <a:xfrm>
            <a:off x="10829417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800" dirty="0"/>
          </a:p>
        </p:txBody>
      </p:sp>
      <p:sp>
        <p:nvSpPr>
          <p:cNvPr id="6" name="Text 2"/>
          <p:cNvSpPr/>
          <p:nvPr/>
        </p:nvSpPr>
        <p:spPr>
          <a:xfrm rot="16200000">
            <a:off x="-2999232" y="321868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7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02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45992" y="54864"/>
            <a:ext cx="4549855" cy="6748272"/>
          </a:xfrm>
          <a:prstGeom prst="rect">
            <a:avLst/>
          </a:prstGeom>
        </p:spPr>
      </p:pic>
      <p:pic>
        <p:nvPicPr>
          <p:cNvPr id="3" name="Image 1" descr="/home/user/LawStuff/aa-scan-deck/pages/p0029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848" y="54864"/>
            <a:ext cx="4549855" cy="6748272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85872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800" dirty="0"/>
          </a:p>
        </p:txBody>
      </p:sp>
      <p:sp>
        <p:nvSpPr>
          <p:cNvPr id="5" name="Text 1"/>
          <p:cNvSpPr/>
          <p:nvPr/>
        </p:nvSpPr>
        <p:spPr>
          <a:xfrm>
            <a:off x="10828583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800" dirty="0"/>
          </a:p>
        </p:txBody>
      </p:sp>
      <p:sp>
        <p:nvSpPr>
          <p:cNvPr id="6" name="Text 2"/>
          <p:cNvSpPr/>
          <p:nvPr/>
        </p:nvSpPr>
        <p:spPr>
          <a:xfrm rot="16200000">
            <a:off x="-2999232" y="321868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7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03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43442" y="54864"/>
            <a:ext cx="4549855" cy="6748272"/>
          </a:xfrm>
          <a:prstGeom prst="rect">
            <a:avLst/>
          </a:prstGeom>
        </p:spPr>
      </p:pic>
      <p:pic>
        <p:nvPicPr>
          <p:cNvPr id="3" name="Image 1" descr="/home/user/LawStuff/aa-scan-deck/pages/p0031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3297" y="54864"/>
            <a:ext cx="4554956" cy="6748272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83322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2800" dirty="0"/>
          </a:p>
        </p:txBody>
      </p:sp>
      <p:sp>
        <p:nvSpPr>
          <p:cNvPr id="5" name="Text 1"/>
          <p:cNvSpPr/>
          <p:nvPr/>
        </p:nvSpPr>
        <p:spPr>
          <a:xfrm>
            <a:off x="10831133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2800" dirty="0"/>
          </a:p>
        </p:txBody>
      </p:sp>
      <p:sp>
        <p:nvSpPr>
          <p:cNvPr id="6" name="Text 2"/>
          <p:cNvSpPr/>
          <p:nvPr/>
        </p:nvSpPr>
        <p:spPr>
          <a:xfrm rot="16200000">
            <a:off x="-2999232" y="321868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7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B2A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Dr. Leonard Strong, M.D.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548640" y="987552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7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2788920" y="1600200"/>
            <a:ext cx="6583680" cy="4069080"/>
          </a:xfrm>
          <a:prstGeom prst="roundRect">
            <a:avLst>
              <a:gd name="adj" fmla="val 1798"/>
            </a:avLst>
          </a:prstGeom>
          <a:solidFill>
            <a:srgbClr val="F7F9FB"/>
          </a:solidFill>
          <a:ln w="19050">
            <a:solidFill>
              <a:srgbClr val="AEBBC9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3154680" y="1600200"/>
            <a:ext cx="5852160" cy="4069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</a:t>
            </a:r>
            <a:endParaRPr lang="en-US" sz="11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endParaRPr lang="en-US" sz="1100" dirty="0"/>
          </a:p>
          <a:p>
            <a:pPr algn="ctr"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Bill’s brother-in-law.</a:t>
            </a:r>
            <a:endParaRPr lang="en-US" sz="11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endParaRPr lang="en-US" sz="1100" dirty="0"/>
          </a:p>
          <a:p>
            <a:pPr algn="ctr" indent="0" marL="0">
              <a:buNone/>
            </a:pPr>
            <a:r>
              <a:rPr lang="en-US" sz="1300" i="1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 the image into this frame in PowerPoint.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2788920" y="5806440"/>
            <a:ext cx="6583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Credit:</a:t>
            </a:r>
            <a:endParaRPr lang="en-US" sz="1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03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44271" y="54864"/>
            <a:ext cx="4549855" cy="6748272"/>
          </a:xfrm>
          <a:prstGeom prst="rect">
            <a:avLst/>
          </a:prstGeom>
        </p:spPr>
      </p:pic>
      <p:pic>
        <p:nvPicPr>
          <p:cNvPr id="3" name="Image 1" descr="/home/user/LawStuff/aa-scan-deck/pages/p0033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127" y="54864"/>
            <a:ext cx="4553297" cy="6748272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84151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2800" dirty="0"/>
          </a:p>
        </p:txBody>
      </p:sp>
      <p:sp>
        <p:nvSpPr>
          <p:cNvPr id="5" name="Text 1"/>
          <p:cNvSpPr/>
          <p:nvPr/>
        </p:nvSpPr>
        <p:spPr>
          <a:xfrm>
            <a:off x="10830304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2800" dirty="0"/>
          </a:p>
        </p:txBody>
      </p:sp>
      <p:sp>
        <p:nvSpPr>
          <p:cNvPr id="6" name="Text 2"/>
          <p:cNvSpPr/>
          <p:nvPr/>
        </p:nvSpPr>
        <p:spPr>
          <a:xfrm rot="16200000">
            <a:off x="-2999232" y="321868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7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B2A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Ebby Thatcher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548640" y="987552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9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2788920" y="1600200"/>
            <a:ext cx="6583680" cy="4069080"/>
          </a:xfrm>
          <a:prstGeom prst="roundRect">
            <a:avLst>
              <a:gd name="adj" fmla="val 1798"/>
            </a:avLst>
          </a:prstGeom>
          <a:solidFill>
            <a:srgbClr val="F7F9FB"/>
          </a:solidFill>
          <a:ln w="19050">
            <a:solidFill>
              <a:srgbClr val="AEBBC9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3154680" y="1600200"/>
            <a:ext cx="5852160" cy="4069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</a:t>
            </a:r>
            <a:endParaRPr lang="en-US" sz="11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endParaRPr lang="en-US" sz="1100" dirty="0"/>
          </a:p>
          <a:p>
            <a:pPr algn="ctr"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Bill’s sponsor.</a:t>
            </a:r>
            <a:endParaRPr lang="en-US" sz="11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endParaRPr lang="en-US" sz="1100" dirty="0"/>
          </a:p>
          <a:p>
            <a:pPr algn="ctr" indent="0" marL="0">
              <a:buNone/>
            </a:pPr>
            <a:r>
              <a:rPr lang="en-US" sz="1300" i="1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 the image into this frame in PowerPoint.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2788920" y="5806440"/>
            <a:ext cx="6583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Credit:</a:t>
            </a:r>
            <a:endParaRPr lang="en-US" sz="12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03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46822" y="54864"/>
            <a:ext cx="4544755" cy="6748272"/>
          </a:xfrm>
          <a:prstGeom prst="rect">
            <a:avLst/>
          </a:prstGeom>
        </p:spPr>
      </p:pic>
      <p:pic>
        <p:nvPicPr>
          <p:cNvPr id="3" name="Image 1" descr="/home/user/LawStuff/aa-scan-deck/pages/p0035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1576" y="54864"/>
            <a:ext cx="4553297" cy="6748272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86702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2800" dirty="0"/>
          </a:p>
        </p:txBody>
      </p:sp>
      <p:sp>
        <p:nvSpPr>
          <p:cNvPr id="5" name="Text 1"/>
          <p:cNvSpPr/>
          <p:nvPr/>
        </p:nvSpPr>
        <p:spPr>
          <a:xfrm>
            <a:off x="10827753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2800" dirty="0"/>
          </a:p>
        </p:txBody>
      </p:sp>
      <p:sp>
        <p:nvSpPr>
          <p:cNvPr id="6" name="Text 2"/>
          <p:cNvSpPr/>
          <p:nvPr/>
        </p:nvSpPr>
        <p:spPr>
          <a:xfrm rot="16200000">
            <a:off x="-2999232" y="321868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7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03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39171" y="54864"/>
            <a:ext cx="4560057" cy="6748272"/>
          </a:xfrm>
          <a:prstGeom prst="rect">
            <a:avLst/>
          </a:prstGeom>
        </p:spPr>
      </p:pic>
      <p:pic>
        <p:nvPicPr>
          <p:cNvPr id="3" name="Image 1" descr="/home/user/LawStuff/aa-scan-deck/pages/p0037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9228" y="54864"/>
            <a:ext cx="4553297" cy="6748272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79051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2800" dirty="0"/>
          </a:p>
        </p:txBody>
      </p:sp>
      <p:sp>
        <p:nvSpPr>
          <p:cNvPr id="5" name="Text 1"/>
          <p:cNvSpPr/>
          <p:nvPr/>
        </p:nvSpPr>
        <p:spPr>
          <a:xfrm>
            <a:off x="10835405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</a:t>
            </a:r>
            <a:endParaRPr lang="en-US" sz="2800" dirty="0"/>
          </a:p>
        </p:txBody>
      </p:sp>
      <p:sp>
        <p:nvSpPr>
          <p:cNvPr id="6" name="Text 2"/>
          <p:cNvSpPr/>
          <p:nvPr/>
        </p:nvSpPr>
        <p:spPr>
          <a:xfrm rot="16200000">
            <a:off x="-2999232" y="321868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7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03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45992" y="54864"/>
            <a:ext cx="4554956" cy="6748272"/>
          </a:xfrm>
          <a:prstGeom prst="rect">
            <a:avLst/>
          </a:prstGeom>
        </p:spPr>
      </p:pic>
      <p:pic>
        <p:nvPicPr>
          <p:cNvPr id="3" name="Image 1" descr="/home/user/LawStuff/aa-scan-deck/pages/p0039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00948" y="54864"/>
            <a:ext cx="4544755" cy="6748272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85872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en-US" sz="2800" dirty="0"/>
          </a:p>
        </p:txBody>
      </p:sp>
      <p:sp>
        <p:nvSpPr>
          <p:cNvPr id="5" name="Text 1"/>
          <p:cNvSpPr/>
          <p:nvPr/>
        </p:nvSpPr>
        <p:spPr>
          <a:xfrm>
            <a:off x="10828583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</a:t>
            </a:r>
            <a:endParaRPr lang="en-US" sz="2800" dirty="0"/>
          </a:p>
        </p:txBody>
      </p:sp>
      <p:sp>
        <p:nvSpPr>
          <p:cNvPr id="6" name="Text 2"/>
          <p:cNvSpPr/>
          <p:nvPr/>
        </p:nvSpPr>
        <p:spPr>
          <a:xfrm rot="16200000">
            <a:off x="-2999232" y="321868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7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04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22638" y="54864"/>
            <a:ext cx="4546419" cy="674827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862518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</a:t>
            </a:r>
            <a:endParaRPr lang="en-US" sz="2800" dirty="0"/>
          </a:p>
        </p:txBody>
      </p:sp>
      <p:sp>
        <p:nvSpPr>
          <p:cNvPr id="4" name="Text 1"/>
          <p:cNvSpPr/>
          <p:nvPr/>
        </p:nvSpPr>
        <p:spPr>
          <a:xfrm rot="16200000">
            <a:off x="-2999232" y="321868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35</Slides>
  <Notes>35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3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2026-09-07T20:24:20Z</dcterms:created>
  <dcterms:modified xsi:type="dcterms:W3CDTF">2026-09-07T20:24:20Z</dcterms:modified>
</cp:coreProperties>
</file>
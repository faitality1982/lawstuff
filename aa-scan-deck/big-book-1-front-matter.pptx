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430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Book Study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spc="200" kern="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A.A. District 23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22960" y="3364992"/>
            <a:ext cx="10543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E92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Matter through Page 16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5486400" cy="1051560"/>
          </a:xfrm>
          <a:prstGeom prst="roundRect">
            <a:avLst>
              <a:gd name="adj" fmla="val 8696"/>
            </a:avLst>
          </a:prstGeom>
          <a:solidFill>
            <a:srgbClr val="2A3B54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069080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903 Court Street, Port Huron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A9B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Wednesdays  ·  7:00 PM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8229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Copyright Notice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1091672" cy="2011680"/>
          </a:xfrm>
          <a:prstGeom prst="roundRect">
            <a:avLst>
              <a:gd name="adj" fmla="val 4545"/>
            </a:avLst>
          </a:prstGeom>
          <a:solidFill>
            <a:srgbClr val="F1F4F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737360"/>
            <a:ext cx="1036015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“These materials are copyright © by Alcoholics Anonymous World Services, Inc. ("A.A.W.S."). All rights reserved. Individual printing or photocopying of a single copy is permitted. Intended for personal use only, and not to be reproduced further or distributed for resale.”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0233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Displayed at the request of A.A. World Services, Inc. Reproduced with permission for use during this A.A. meeting.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3281" y="320040"/>
            <a:ext cx="4022391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466" y="320040"/>
            <a:ext cx="4022255" cy="5943600"/>
          </a:xfrm>
          <a:prstGeom prst="rect">
            <a:avLst/>
          </a:prstGeom>
        </p:spPr>
      </p:pic>
      <p:pic>
        <p:nvPicPr>
          <p:cNvPr id="3" name="Image 1" descr="/home/user/LawStuff/aa-scan-deck/pages/p000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721" y="320040"/>
            <a:ext cx="401776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434526" y="2926080"/>
            <a:ext cx="13456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84866" y="320040"/>
            <a:ext cx="4019219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424126" y="2926080"/>
            <a:ext cx="335609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225" y="320040"/>
            <a:ext cx="4022255" cy="5943600"/>
          </a:xfrm>
          <a:prstGeom prst="rect">
            <a:avLst/>
          </a:prstGeom>
        </p:spPr>
      </p:pic>
      <p:pic>
        <p:nvPicPr>
          <p:cNvPr id="3" name="Image 1" descr="/home/user/LawStuff/aa-scan-deck/pages/p000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0480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67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30767" y="2926080"/>
            <a:ext cx="13494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258" y="320040"/>
            <a:ext cx="4016188" cy="5943600"/>
          </a:xfrm>
          <a:prstGeom prst="rect">
            <a:avLst/>
          </a:prstGeom>
        </p:spPr>
      </p:pic>
      <p:pic>
        <p:nvPicPr>
          <p:cNvPr id="3" name="Image 1" descr="/home/user/LawStuff/aa-scan-deck/pages/p000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46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73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734" y="2926080"/>
            <a:ext cx="135248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929" y="320040"/>
            <a:ext cx="4001276" cy="5943600"/>
          </a:xfrm>
          <a:prstGeom prst="rect">
            <a:avLst/>
          </a:prstGeom>
        </p:spPr>
      </p:pic>
      <p:pic>
        <p:nvPicPr>
          <p:cNvPr id="3" name="Image 1" descr="/home/user/LawStuff/aa-scan-deck/pages/p000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205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40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063" y="2926080"/>
            <a:ext cx="13591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88" y="320040"/>
            <a:ext cx="4004298" cy="5943600"/>
          </a:xfrm>
          <a:prstGeom prst="rect">
            <a:avLst/>
          </a:prstGeom>
        </p:spPr>
      </p:pic>
      <p:pic>
        <p:nvPicPr>
          <p:cNvPr id="3" name="Image 1" descr="/home/user/LawStuff/aa-scan-deck/pages/p001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87" y="320040"/>
            <a:ext cx="4013277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1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3304" y="2926080"/>
            <a:ext cx="13569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89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1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3015" y="320040"/>
            <a:ext cx="401024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16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3303" y="2926080"/>
            <a:ext cx="13569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55" y="320040"/>
            <a:ext cx="4007224" cy="5943600"/>
          </a:xfrm>
          <a:prstGeom prst="rect">
            <a:avLst/>
          </a:prstGeom>
        </p:spPr>
      </p:pic>
      <p:pic>
        <p:nvPicPr>
          <p:cNvPr id="3" name="Image 1" descr="/home/user/LawStuff/aa-scan-deck/pages/p001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179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4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xviii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37" y="2926080"/>
            <a:ext cx="135617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xix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8664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1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89" y="320040"/>
            <a:ext cx="400429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714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0328" y="2926080"/>
            <a:ext cx="135988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173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01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1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265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819" y="2926080"/>
            <a:ext cx="135539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927" y="320040"/>
            <a:ext cx="4008788" cy="5943600"/>
          </a:xfrm>
          <a:prstGeom prst="rect">
            <a:avLst/>
          </a:prstGeom>
        </p:spPr>
      </p:pic>
      <p:pic>
        <p:nvPicPr>
          <p:cNvPr id="3" name="Image 1" descr="/home/user/LawStuff/aa-scan-deck/pages/p002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5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04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xxiv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065" y="2926080"/>
            <a:ext cx="135315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2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2833" cy="5943600"/>
          </a:xfrm>
          <a:prstGeom prst="rect">
            <a:avLst/>
          </a:prstGeom>
        </p:spPr>
      </p:pic>
      <p:pic>
        <p:nvPicPr>
          <p:cNvPr id="3" name="Image 1" descr="/home/user/LawStuff/aa-scan-deck/pages/p002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7737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xxviii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6416" y="320040"/>
            <a:ext cx="3999809" cy="5943600"/>
          </a:xfrm>
          <a:prstGeom prst="rect">
            <a:avLst/>
          </a:prstGeom>
        </p:spPr>
      </p:pic>
      <p:pic>
        <p:nvPicPr>
          <p:cNvPr id="3" name="Image 1" descr="/home/user/LawStuff/aa-scan-deck/pages/p002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6226" y="320040"/>
            <a:ext cx="4016310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2576" y="2926080"/>
            <a:ext cx="13576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2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2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6" y="320040"/>
            <a:ext cx="4007325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41" y="2926080"/>
            <a:ext cx="1358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490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3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230" y="320040"/>
            <a:ext cx="4011818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338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4087" y="2926080"/>
            <a:ext cx="1356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5635" y="320040"/>
            <a:ext cx="4007325" cy="5943600"/>
          </a:xfrm>
          <a:prstGeom prst="rect">
            <a:avLst/>
          </a:prstGeom>
        </p:spPr>
      </p:pic>
      <p:pic>
        <p:nvPicPr>
          <p:cNvPr id="3" name="Image 1" descr="/home/user/LawStuff/aa-scan-deck/pages/p003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2960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41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3357" y="2926080"/>
            <a:ext cx="13568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881" y="320040"/>
            <a:ext cx="4002833" cy="5943600"/>
          </a:xfrm>
          <a:prstGeom prst="rect">
            <a:avLst/>
          </a:prstGeom>
        </p:spPr>
      </p:pic>
      <p:pic>
        <p:nvPicPr>
          <p:cNvPr id="3" name="Image 1" descr="/home/user/LawStuff/aa-scan-deck/pages/p003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0714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636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111" y="2926080"/>
            <a:ext cx="13591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1143" y="320040"/>
            <a:ext cx="4016310" cy="5943600"/>
          </a:xfrm>
          <a:prstGeom prst="rect">
            <a:avLst/>
          </a:prstGeom>
        </p:spPr>
      </p:pic>
      <p:pic>
        <p:nvPicPr>
          <p:cNvPr id="3" name="Image 1" descr="/home/user/LawStuff/aa-scan-deck/pages/p003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453" y="320040"/>
            <a:ext cx="4010356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4962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7849" y="2926080"/>
            <a:ext cx="135236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3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7151" y="320040"/>
            <a:ext cx="4011818" cy="5943600"/>
          </a:xfrm>
          <a:prstGeom prst="rect">
            <a:avLst/>
          </a:prstGeom>
        </p:spPr>
      </p:pic>
      <p:pic>
        <p:nvPicPr>
          <p:cNvPr id="3" name="Image 1" descr="/home/user/LawStuff/aa-scan-deck/pages/p0039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8969" y="320040"/>
            <a:ext cx="4002833" cy="594360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411480" y="2926080"/>
            <a:ext cx="135563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0421841" y="2926080"/>
            <a:ext cx="135837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6" name="Text 2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awStuff/aa-scan-deck/pages/p004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92327" y="320040"/>
            <a:ext cx="4004298" cy="5943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1480" y="2926080"/>
            <a:ext cx="3360807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rgbClr val="9AAAB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548640" y="6382512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© Alcoholics Anonymous World Services, Inc. All rights reserved. Intended for personal use only, and not to be reproduced further or distributed for resale.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2026-08-19T03:07:49Z</dcterms:created>
  <dcterms:modified xsi:type="dcterms:W3CDTF">2026-08-19T03:07:49Z</dcterms:modified>
</cp:coreProperties>
</file>
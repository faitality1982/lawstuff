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Book Study Group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22960" y="2907792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District 23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364992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E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Matter through Page 16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06908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2A3B54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406908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903 Court Street, Port Huron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Wednesdays  ·  7:00 PM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Copyright Notice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91672" cy="2011680"/>
          </a:xfrm>
          <a:prstGeom prst="roundRect">
            <a:avLst>
              <a:gd name="adj" fmla="val 4545"/>
            </a:avLst>
          </a:prstGeom>
          <a:solidFill>
            <a:srgbClr val="F1F4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3736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“These materials are copyright © by Alcoholics Anonymous World Services, Inc. ("A.A.W.S."). All rights reserved. Individual printing or photocopying of a single copy is permitted. Intended for personal use only, and not to be reproduced further or distributed for resale.”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at the request of A.A. World Services, Inc. Reproduced with permission for use during this A.A. meeting.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2367" y="54864"/>
            <a:ext cx="4566961" cy="67482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590" y="54864"/>
            <a:ext cx="4566806" cy="6748272"/>
          </a:xfrm>
          <a:prstGeom prst="rect">
            <a:avLst/>
          </a:prstGeom>
        </p:spPr>
      </p:pic>
      <p:pic>
        <p:nvPicPr>
          <p:cNvPr id="3" name="Image 1" descr="/home/user/lawstuff/aa-scan-deck/pages/p000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396" y="54864"/>
            <a:ext cx="4561710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84298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4168" y="54864"/>
            <a:ext cx="4563360" cy="67482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60407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5858" y="54864"/>
            <a:ext cx="4566806" cy="6748272"/>
          </a:xfrm>
          <a:prstGeom prst="rect">
            <a:avLst/>
          </a:prstGeom>
        </p:spPr>
      </p:pic>
      <p:pic>
        <p:nvPicPr>
          <p:cNvPr id="3" name="Image 1" descr="/home/user/lawstuff/aa-scan-deck/pages/p000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664" y="54864"/>
            <a:ext cx="4553174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5738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viii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8718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302" y="54864"/>
            <a:ext cx="4559918" cy="6748272"/>
          </a:xfrm>
          <a:prstGeom prst="rect">
            <a:avLst/>
          </a:prstGeom>
        </p:spPr>
      </p:pic>
      <p:pic>
        <p:nvPicPr>
          <p:cNvPr id="3" name="Image 1" descr="/home/user/lawstuff/aa-scan-deck/pages/p000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220" y="54864"/>
            <a:ext cx="4553174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918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5274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Rowland Hazard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xi</a:t>
            </a:r>
            <a:endParaRPr lang="en-US" sz="1600" dirty="0"/>
          </a:p>
        </p:txBody>
      </p:sp>
      <p:pic>
        <p:nvPicPr>
          <p:cNvPr id="4" name="Image 0" descr="/home/user/lawstuff/aa-scan-deck/photos/rowland-haz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7098" y="1668018"/>
            <a:ext cx="2857500" cy="39243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67098" y="1668018"/>
            <a:ext cx="2857500" cy="3924300"/>
          </a:xfrm>
          <a:prstGeom prst="rect">
            <a:avLst/>
          </a:prstGeom>
          <a:ln w="9525">
            <a:solidFill>
              <a:srgbClr val="D3DA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3898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Photograph, with a brief history.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587044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Credit: Rowland Hazard III, 1881-1945. Early A.A. archival photograph, via aamidsurrey.org.uk. Displayed for in-group study only.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876" y="54864"/>
            <a:ext cx="4542988" cy="6748272"/>
          </a:xfrm>
          <a:prstGeom prst="rect">
            <a:avLst/>
          </a:prstGeom>
        </p:spPr>
      </p:pic>
      <p:pic>
        <p:nvPicPr>
          <p:cNvPr id="3" name="Image 1" descr="/home/user/lawstuff/aa-scan-deck/pages/p000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863" y="54864"/>
            <a:ext cx="4554956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675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xii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769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xiii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Oxford Group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xii</a:t>
            </a:r>
            <a:endParaRPr lang="en-US" sz="1600" dirty="0"/>
          </a:p>
        </p:txBody>
      </p:sp>
      <p:pic>
        <p:nvPicPr>
          <p:cNvPr id="4" name="Image 0" descr="/home/user/lawstuff/aa-scan-deck/photos/oxford-grou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4042" y="1572768"/>
            <a:ext cx="328361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454042" y="1572768"/>
            <a:ext cx="3283610" cy="4114800"/>
          </a:xfrm>
          <a:prstGeom prst="rect">
            <a:avLst/>
          </a:prstGeom>
          <a:ln w="9525">
            <a:solidFill>
              <a:srgbClr val="D3DA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3898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N. D. Buchman, the group’s founder.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587044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Credit: Rev. Frank N. D. Buchman, ca. 1940. Harris &amp; Ewing, Library of Congress Prints and Photographs Division (LC item 2016862679). No known restrictions on publication.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A.A. Number Three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xiii</a:t>
            </a:r>
            <a:endParaRPr lang="en-US" sz="1600" dirty="0"/>
          </a:p>
        </p:txBody>
      </p:sp>
      <p:pic>
        <p:nvPicPr>
          <p:cNvPr id="4" name="Image 0" descr="/home/user/lawstuff/aa-scan-deck/photos/aa-number-thre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8548" y="1801368"/>
            <a:ext cx="25146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38548" y="1801368"/>
            <a:ext cx="2514600" cy="3657600"/>
          </a:xfrm>
          <a:prstGeom prst="rect">
            <a:avLst/>
          </a:prstGeom>
          <a:ln w="9525">
            <a:solidFill>
              <a:srgbClr val="D3DA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3898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D. — the man in the bed, Akron City Hospital, 1935.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587044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Credit: Bill D. (Dotson), A.A. Number Three, 1879-1954. Early A.A. archival photograph, via aamidsurrey.org.uk. Displayed for in-group study only.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4332" y="54864"/>
            <a:ext cx="4546419" cy="6748272"/>
          </a:xfrm>
          <a:prstGeom prst="rect">
            <a:avLst/>
          </a:prstGeom>
        </p:spPr>
      </p:pic>
      <p:pic>
        <p:nvPicPr>
          <p:cNvPr id="3" name="Image 1" descr="/home/user/lawstuff/aa-scan-deck/pages/p001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751" y="54864"/>
            <a:ext cx="4556613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421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xiv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024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xv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4333" y="54864"/>
            <a:ext cx="4549855" cy="6748272"/>
          </a:xfrm>
          <a:prstGeom prst="rect">
            <a:avLst/>
          </a:prstGeom>
        </p:spPr>
      </p:pic>
      <p:pic>
        <p:nvPicPr>
          <p:cNvPr id="3" name="Image 1" descr="/home/user/lawstuff/aa-scan-deck/pages/p001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188" y="54864"/>
            <a:ext cx="4553174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421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xvi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024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xvii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Clarence Snyder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xvii</a:t>
            </a:r>
            <a:endParaRPr lang="en-US" sz="1600" dirty="0"/>
          </a:p>
        </p:txBody>
      </p:sp>
      <p:pic>
        <p:nvPicPr>
          <p:cNvPr id="4" name="Image 0" descr="/home/user/lawstuff/aa-scan-deck/photos/clarence-snyd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7998" y="1820418"/>
            <a:ext cx="3695700" cy="3619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247998" y="1820418"/>
            <a:ext cx="3695700" cy="3619500"/>
          </a:xfrm>
          <a:prstGeom prst="rect">
            <a:avLst/>
          </a:prstGeom>
          <a:ln w="9525">
            <a:solidFill>
              <a:srgbClr val="D3DA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87044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Credit: Clarence H. Snyder, 1902-1984. Early A.A. archival photograph, via aamidsurrey.org.uk. Displayed for in-group study only.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500" y="54864"/>
            <a:ext cx="4549740" cy="6748272"/>
          </a:xfrm>
          <a:prstGeom prst="rect">
            <a:avLst/>
          </a:prstGeom>
        </p:spPr>
      </p:pic>
      <p:pic>
        <p:nvPicPr>
          <p:cNvPr id="3" name="Image 1" descr="/home/user/lawstuff/aa-scan-deck/pages/p001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240" y="54864"/>
            <a:ext cx="4554956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3380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xviii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107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xix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710" y="54864"/>
            <a:ext cx="4549855" cy="6748272"/>
          </a:xfrm>
          <a:prstGeom prst="rect">
            <a:avLst/>
          </a:prstGeom>
        </p:spPr>
      </p:pic>
      <p:pic>
        <p:nvPicPr>
          <p:cNvPr id="3" name="Image 1" descr="/home/user/lawstuff/aa-scan-deck/pages/p001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566" y="54864"/>
            <a:ext cx="4546419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7590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6865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xxi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2612" y="54864"/>
            <a:ext cx="4551516" cy="6748272"/>
          </a:xfrm>
          <a:prstGeom prst="rect">
            <a:avLst/>
          </a:prstGeom>
        </p:spPr>
      </p:pic>
      <p:pic>
        <p:nvPicPr>
          <p:cNvPr id="3" name="Image 1" descr="/home/user/lawstuff/aa-scan-deck/pages/p001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127" y="54864"/>
            <a:ext cx="4554956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249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xxii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1964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xxiii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William D. Silkworth, M.D.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xxii</a:t>
            </a:r>
            <a:endParaRPr lang="en-US" sz="1600" dirty="0"/>
          </a:p>
        </p:txBody>
      </p:sp>
      <p:pic>
        <p:nvPicPr>
          <p:cNvPr id="4" name="Image 0" descr="/home/user/lawstuff/aa-scan-deck/photos/silkwort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4148" y="2468118"/>
            <a:ext cx="1803400" cy="23241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94148" y="2468118"/>
            <a:ext cx="1803400" cy="2324100"/>
          </a:xfrm>
          <a:prstGeom prst="rect">
            <a:avLst/>
          </a:prstGeom>
          <a:ln w="9525">
            <a:solidFill>
              <a:srgbClr val="D3DA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87044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Credit: William Duncan Silkworth, M.D., 1873-1951. Early A.A. archival photograph, via aamidsurrey.org.uk. Displayed for in-group study only.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Towns Hospital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xxiii</a:t>
            </a:r>
            <a:endParaRPr lang="en-US" sz="1600" dirty="0"/>
          </a:p>
        </p:txBody>
      </p:sp>
      <p:pic>
        <p:nvPicPr>
          <p:cNvPr id="4" name="Image 0" descr="/home/user/lawstuff/aa-scan-deck/photos/towns-hospit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9589" y="1572768"/>
            <a:ext cx="2312518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9589" y="1572768"/>
            <a:ext cx="2312518" cy="4114800"/>
          </a:xfrm>
          <a:prstGeom prst="rect">
            <a:avLst/>
          </a:prstGeom>
          <a:ln w="9525">
            <a:solidFill>
              <a:srgbClr val="D3DA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3898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 Central Park West, New York City — the building today.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587044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Credit: 293 Central Park West, the former Charles B. Towns Hospital, photographed in 2024. Eden, Janine and Jim, via Flickr, CC BY 2.0.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0061" y="54864"/>
            <a:ext cx="4551516" cy="6748272"/>
          </a:xfrm>
          <a:prstGeom prst="rect">
            <a:avLst/>
          </a:prstGeom>
        </p:spPr>
      </p:pic>
      <p:pic>
        <p:nvPicPr>
          <p:cNvPr id="3" name="Image 1" descr="/home/user/lawstuff/aa-scan-deck/pages/p002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577" y="54864"/>
            <a:ext cx="4560057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9941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xxiv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4514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xxv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Alcohol Metabolism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xxv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88920" y="1600200"/>
            <a:ext cx="6583680" cy="4069080"/>
          </a:xfrm>
          <a:prstGeom prst="roundRect">
            <a:avLst>
              <a:gd name="adj" fmla="val 1798"/>
            </a:avLst>
          </a:prstGeom>
          <a:solidFill>
            <a:srgbClr val="F7F9FB"/>
          </a:solidFill>
          <a:ln w="19050">
            <a:solidFill>
              <a:srgbClr val="AEBBC9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154680" y="1600200"/>
            <a:ext cx="58521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Diagram.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image into this frame in PowerPoint.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88920" y="58064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Credit: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442" y="54864"/>
            <a:ext cx="4549855" cy="6748272"/>
          </a:xfrm>
          <a:prstGeom prst="rect">
            <a:avLst/>
          </a:prstGeom>
        </p:spPr>
      </p:pic>
      <p:pic>
        <p:nvPicPr>
          <p:cNvPr id="3" name="Image 1" descr="/home/user/lawstuff/aa-scan-deck/pages/p002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297" y="54864"/>
            <a:ext cx="4554956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332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xxvi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113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xxvii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442" y="54864"/>
            <a:ext cx="4544755" cy="6748272"/>
          </a:xfrm>
          <a:prstGeom prst="rect">
            <a:avLst/>
          </a:prstGeom>
        </p:spPr>
      </p:pic>
      <p:pic>
        <p:nvPicPr>
          <p:cNvPr id="3" name="Image 1" descr="/home/user/lawstuff/aa-scan-deck/pages/p002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196" y="54864"/>
            <a:ext cx="4560057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332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xxviii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113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 W.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1600" dirty="0"/>
          </a:p>
        </p:txBody>
      </p:sp>
      <p:pic>
        <p:nvPicPr>
          <p:cNvPr id="4" name="Image 0" descr="/home/user/lawstuff/aa-scan-deck/photos/bill-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298" y="2258568"/>
            <a:ext cx="219710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97298" y="2258568"/>
            <a:ext cx="2197100" cy="2743200"/>
          </a:xfrm>
          <a:prstGeom prst="rect">
            <a:avLst/>
          </a:prstGeom>
          <a:ln w="9525">
            <a:solidFill>
              <a:srgbClr val="D3DA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87044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Credit: William Griffith Wilson, 1895-1971. Early A.A. archival photograph, via aamidsurrey.org.uk. Displayed for in-group study only.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Tombstone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1600" dirty="0"/>
          </a:p>
        </p:txBody>
      </p:sp>
      <p:pic>
        <p:nvPicPr>
          <p:cNvPr id="4" name="Image 0" descr="/home/user/lawstuff/aa-scan-deck/photos/thetcher-tombsto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5619" y="1572768"/>
            <a:ext cx="2740457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25619" y="1572768"/>
            <a:ext cx="2740457" cy="4114800"/>
          </a:xfrm>
          <a:prstGeom prst="rect">
            <a:avLst/>
          </a:prstGeom>
          <a:ln w="9525">
            <a:solidFill>
              <a:srgbClr val="D3DA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3898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Thetcher, Winchester Cathedral — “Or by pot.”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587044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Credit: User:Supertechguy. Wikimedia Commons, CC BY-SA 3.0.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158" y="54864"/>
            <a:ext cx="4541322" cy="6748272"/>
          </a:xfrm>
          <a:prstGeom prst="rect">
            <a:avLst/>
          </a:prstGeom>
        </p:spPr>
      </p:pic>
      <p:pic>
        <p:nvPicPr>
          <p:cNvPr id="3" name="Image 1" descr="/home/user/lawstuff/aa-scan-deck/pages/p002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480" y="54864"/>
            <a:ext cx="4560057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5038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9417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992" y="54864"/>
            <a:ext cx="4549855" cy="6748272"/>
          </a:xfrm>
          <a:prstGeom prst="rect">
            <a:avLst/>
          </a:prstGeom>
        </p:spPr>
      </p:pic>
      <p:pic>
        <p:nvPicPr>
          <p:cNvPr id="3" name="Image 1" descr="/home/user/lawstuff/aa-scan-deck/pages/p002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54864"/>
            <a:ext cx="454985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587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858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442" y="54864"/>
            <a:ext cx="4549855" cy="6748272"/>
          </a:xfrm>
          <a:prstGeom prst="rect">
            <a:avLst/>
          </a:prstGeom>
        </p:spPr>
      </p:pic>
      <p:pic>
        <p:nvPicPr>
          <p:cNvPr id="3" name="Image 1" descr="/home/user/lawstuff/aa-scan-deck/pages/p003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297" y="54864"/>
            <a:ext cx="4554956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332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113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Leonard V. Strong, Jr.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</a:t>
            </a:r>
            <a:endParaRPr lang="en-US" sz="1600" dirty="0"/>
          </a:p>
        </p:txBody>
      </p:sp>
      <p:pic>
        <p:nvPicPr>
          <p:cNvPr id="4" name="Image 0" descr="/home/user/lawstuff/aa-scan-deck/photos/leonard-stro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0760" y="1572768"/>
            <a:ext cx="3070176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60760" y="1572768"/>
            <a:ext cx="3070176" cy="4114800"/>
          </a:xfrm>
          <a:prstGeom prst="rect">
            <a:avLst/>
          </a:prstGeom>
          <a:ln w="9525">
            <a:solidFill>
              <a:srgbClr val="D3DA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3898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Bill’s brother-in-law, an osteopath.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587044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Credit: Dr. Leonard V. Strong, Jr., 1899-1989. Early A.A. archival photograph, via aalkies.wordpress.com. Displayed for in-group study only.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4271" y="54864"/>
            <a:ext cx="4549855" cy="6748272"/>
          </a:xfrm>
          <a:prstGeom prst="rect">
            <a:avLst/>
          </a:prstGeom>
        </p:spPr>
      </p:pic>
      <p:pic>
        <p:nvPicPr>
          <p:cNvPr id="3" name="Image 1" descr="/home/user/lawstuff/aa-scan-deck/pages/p003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127" y="54864"/>
            <a:ext cx="4553297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4151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0304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Ebby Thatcher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9</a:t>
            </a:r>
            <a:endParaRPr lang="en-US" sz="1600" dirty="0"/>
          </a:p>
        </p:txBody>
      </p:sp>
      <p:pic>
        <p:nvPicPr>
          <p:cNvPr id="4" name="Image 0" descr="/home/user/lawstuff/aa-scan-deck/photos/ebby-thatch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6799" y="1572768"/>
            <a:ext cx="3178098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06799" y="1572768"/>
            <a:ext cx="3178098" cy="4114800"/>
          </a:xfrm>
          <a:prstGeom prst="rect">
            <a:avLst/>
          </a:prstGeom>
          <a:ln w="9525">
            <a:solidFill>
              <a:srgbClr val="D3DA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3898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Bill’s sponsor.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587044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Credit: Edwin Throckmorton Thacher, 1896-1966. Early A.A. archival photograph, via aamidsurrey.org.uk. Displayed for in-group study only.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822" y="54864"/>
            <a:ext cx="4544755" cy="6748272"/>
          </a:xfrm>
          <a:prstGeom prst="rect">
            <a:avLst/>
          </a:prstGeom>
        </p:spPr>
      </p:pic>
      <p:pic>
        <p:nvPicPr>
          <p:cNvPr id="3" name="Image 1" descr="/home/user/lawstuff/aa-scan-deck/pages/p003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576" y="54864"/>
            <a:ext cx="4553297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670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775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171" y="54864"/>
            <a:ext cx="4560057" cy="6748272"/>
          </a:xfrm>
          <a:prstGeom prst="rect">
            <a:avLst/>
          </a:prstGeom>
        </p:spPr>
      </p:pic>
      <p:pic>
        <p:nvPicPr>
          <p:cNvPr id="3" name="Image 1" descr="/home/user/lawstuff/aa-scan-deck/pages/p003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228" y="54864"/>
            <a:ext cx="4553297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9051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5405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992" y="54864"/>
            <a:ext cx="4554956" cy="6748272"/>
          </a:xfrm>
          <a:prstGeom prst="rect">
            <a:avLst/>
          </a:prstGeom>
        </p:spPr>
      </p:pic>
      <p:pic>
        <p:nvPicPr>
          <p:cNvPr id="3" name="Image 1" descr="/home/user/lawstuff/aa-scan-deck/pages/p003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948" y="54864"/>
            <a:ext cx="454475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587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858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2638" y="54864"/>
            <a:ext cx="4546419" cy="67482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62518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2026-09-25T02:39:10Z</dcterms:created>
  <dcterms:modified xsi:type="dcterms:W3CDTF">2026-09-25T02:39:10Z</dcterms:modified>
</cp:coreProperties>
</file>
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slideMasters/slideMaster18.xml" ContentType="application/vnd.openxmlformats-officedocument.presentationml.slideMaster+xml"/>
  <Override PartName="/ppt/slides/slide18.xml" ContentType="application/vnd.openxmlformats-officedocument.presentationml.slide+xml"/>
  <Override PartName="/ppt/slideMasters/slideMaster19.xml" ContentType="application/vnd.openxmlformats-officedocument.presentationml.slideMaster+xml"/>
  <Override PartName="/ppt/slides/slide19.xml" ContentType="application/vnd.openxmlformats-officedocument.presentationml.slide+xml"/>
  <Override PartName="/ppt/slideMasters/slideMaster20.xml" ContentType="application/vnd.openxmlformats-officedocument.presentationml.slideMaster+xml"/>
  <Override PartName="/ppt/slides/slide20.xml" ContentType="application/vnd.openxmlformats-officedocument.presentationml.slide+xml"/>
  <Override PartName="/ppt/slideMasters/slideMaster21.xml" ContentType="application/vnd.openxmlformats-officedocument.presentationml.slideMaster+xml"/>
  <Override PartName="/ppt/slides/slide21.xml" ContentType="application/vnd.openxmlformats-officedocument.presentationml.slide+xml"/>
  <Override PartName="/ppt/slideMasters/slideMaster22.xml" ContentType="application/vnd.openxmlformats-officedocument.presentationml.slideMaster+xml"/>
  <Override PartName="/ppt/slides/slide22.xml" ContentType="application/vnd.openxmlformats-officedocument.presentationml.slide+xml"/>
  <Override PartName="/ppt/slideMasters/slideMaster23.xml" ContentType="application/vnd.openxmlformats-officedocument.presentationml.slideMaster+xml"/>
  <Override PartName="/ppt/slides/slide23.xml" ContentType="application/vnd.openxmlformats-officedocument.presentationml.slide+xml"/>
  <Override PartName="/ppt/slideMasters/slideMaster24.xml" ContentType="application/vnd.openxmlformats-officedocument.presentationml.slideMaster+xml"/>
  <Override PartName="/ppt/slides/slide24.xml" ContentType="application/vnd.openxmlformats-officedocument.presentationml.slide+xml"/>
  <Override PartName="/ppt/slideMasters/slideMaster25.xml" ContentType="application/vnd.openxmlformats-officedocument.presentationml.slideMaster+xml"/>
  <Override PartName="/ppt/slides/slide25.xml" ContentType="application/vnd.openxmlformats-officedocument.presentationml.slide+xml"/>
  <Override PartName="/ppt/slideMasters/slideMaster26.xml" ContentType="application/vnd.openxmlformats-officedocument.presentationml.slideMaster+xml"/>
  <Override PartName="/ppt/slides/slide26.xml" ContentType="application/vnd.openxmlformats-officedocument.presentationml.slide+xml"/>
  <Override PartName="/ppt/slideMasters/slideMaster27.xml" ContentType="application/vnd.openxmlformats-officedocument.presentationml.slideMaster+xml"/>
  <Override PartName="/ppt/slides/slide27.xml" ContentType="application/vnd.openxmlformats-officedocument.presentationml.slide+xml"/>
  <Override PartName="/ppt/slideMasters/slideMaster28.xml" ContentType="application/vnd.openxmlformats-officedocument.presentationml.slideMaster+xml"/>
  <Override PartName="/ppt/slides/slide28.xml" ContentType="application/vnd.openxmlformats-officedocument.presentationml.slide+xml"/>
  <Override PartName="/ppt/slideMasters/slideMaster29.xml" ContentType="application/vnd.openxmlformats-officedocument.presentationml.slideMaster+xml"/>
  <Override PartName="/ppt/slides/slide29.xml" ContentType="application/vnd.openxmlformats-officedocument.presentationml.slide+xml"/>
  <Override PartName="/ppt/slideMasters/slideMaster30.xml" ContentType="application/vnd.openxmlformats-officedocument.presentationml.slideMaster+xml"/>
  <Override PartName="/ppt/slides/slide30.xml" ContentType="application/vnd.openxmlformats-officedocument.presentationml.slide+xml"/>
  <Override PartName="/ppt/slideMasters/slideMaster31.xml" ContentType="application/vnd.openxmlformats-officedocument.presentationml.slideMaster+xml"/>
  <Override PartName="/ppt/slides/slide31.xml" ContentType="application/vnd.openxmlformats-officedocument.presentationml.slide+xml"/>
  <Override PartName="/ppt/slideMasters/slideMaster32.xml" ContentType="application/vnd.openxmlformats-officedocument.presentationml.slideMaster+xml"/>
  <Override PartName="/ppt/slides/slide32.xml" ContentType="application/vnd.openxmlformats-officedocument.presentationml.slide+xml"/>
  <Override PartName="/ppt/slideMasters/slideMaster33.xml" ContentType="application/vnd.openxmlformats-officedocument.presentationml.slideMaster+xml"/>
  <Override PartName="/ppt/slides/slide33.xml" ContentType="application/vnd.openxmlformats-officedocument.presentationml.slide+xml"/>
  <Override PartName="/ppt/slideMasters/slideMaster34.xml" ContentType="application/vnd.openxmlformats-officedocument.presentationml.slideMaster+xml"/>
  <Override PartName="/ppt/slides/slide34.xml" ContentType="application/vnd.openxmlformats-officedocument.presentationml.slide+xml"/>
  <Override PartName="/ppt/slideMasters/slideMaster35.xml" ContentType="application/vnd.openxmlformats-officedocument.presentationml.slideMaster+xml"/>
  <Override PartName="/ppt/slides/slide35.xml" ContentType="application/vnd.openxmlformats-officedocument.presentationml.slide+xml"/>
  <Override PartName="/ppt/slideMasters/slideMaster36.xml" ContentType="application/vnd.openxmlformats-officedocument.presentationml.slideMaster+xml"/>
  <Override PartName="/ppt/slides/slide36.xml" ContentType="application/vnd.openxmlformats-officedocument.presentationml.slide+xml"/>
  <Override PartName="/ppt/slideMasters/slideMaster37.xml" ContentType="application/vnd.openxmlformats-officedocument.presentationml.slideMaster+xml"/>
  <Override PartName="/ppt/slides/slide37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28.xml" ContentType="application/vnd.openxmlformats-officedocument.presentationml.notesSlide+xml"/>
  <Override PartName="/ppt/notesSlides/notesSlide29.xml" ContentType="application/vnd.openxmlformats-officedocument.presentationml.notesSlide+xml"/>
  <Override PartName="/ppt/notesSlides/notesSlide30.xml" ContentType="application/vnd.openxmlformats-officedocument.presentationml.notesSlide+xml"/>
  <Override PartName="/ppt/notesSlides/notesSlide31.xml" ContentType="application/vnd.openxmlformats-officedocument.presentationml.notesSlide+xml"/>
  <Override PartName="/ppt/notesSlides/notesSlide32.xml" ContentType="application/vnd.openxmlformats-officedocument.presentationml.notesSlide+xml"/>
  <Override PartName="/ppt/notesSlides/notesSlide33.xml" ContentType="application/vnd.openxmlformats-officedocument.presentationml.notesSlide+xml"/>
  <Override PartName="/ppt/notesSlides/notesSlide34.xml" ContentType="application/vnd.openxmlformats-officedocument.presentationml.notesSlide+xml"/>
  <Override PartName="/ppt/notesSlides/notesSlide35.xml" ContentType="application/vnd.openxmlformats-officedocument.presentationml.notesSlide+xml"/>
  <Override PartName="/ppt/notesSlides/notesSlide36.xml" ContentType="application/vnd.openxmlformats-officedocument.presentationml.notesSlide+xml"/>
  <Override PartName="/ppt/notesSlides/notesSlide37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  <p:sldId id="280" r:id="rId26"/>
    <p:sldId id="281" r:id="rId27"/>
    <p:sldId id="282" r:id="rId28"/>
    <p:sldId id="283" r:id="rId29"/>
    <p:sldId id="284" r:id="rId30"/>
    <p:sldId id="285" r:id="rId31"/>
    <p:sldId id="286" r:id="rId32"/>
    <p:sldId id="287" r:id="rId33"/>
    <p:sldId id="288" r:id="rId34"/>
    <p:sldId id="289" r:id="rId35"/>
    <p:sldId id="290" r:id="rId36"/>
    <p:sldId id="291" r:id="rId37"/>
    <p:sldId id="292" r:id="rId38"/>
  </p:sldIdLst>
  <p:notesMasterIdLst>
    <p:notesMasterId r:id="rId39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slide" Target="slides/slide19.xml"/><Relationship Id="rId21" Type="http://schemas.openxmlformats.org/officeDocument/2006/relationships/slide" Target="slides/slide20.xml"/><Relationship Id="rId22" Type="http://schemas.openxmlformats.org/officeDocument/2006/relationships/slide" Target="slides/slide21.xml"/><Relationship Id="rId23" Type="http://schemas.openxmlformats.org/officeDocument/2006/relationships/slide" Target="slides/slide22.xml"/><Relationship Id="rId24" Type="http://schemas.openxmlformats.org/officeDocument/2006/relationships/slide" Target="slides/slide23.xml"/><Relationship Id="rId25" Type="http://schemas.openxmlformats.org/officeDocument/2006/relationships/slide" Target="slides/slide24.xml"/><Relationship Id="rId26" Type="http://schemas.openxmlformats.org/officeDocument/2006/relationships/slide" Target="slides/slide25.xml"/><Relationship Id="rId27" Type="http://schemas.openxmlformats.org/officeDocument/2006/relationships/slide" Target="slides/slide26.xml"/><Relationship Id="rId28" Type="http://schemas.openxmlformats.org/officeDocument/2006/relationships/slide" Target="slides/slide27.xml"/><Relationship Id="rId29" Type="http://schemas.openxmlformats.org/officeDocument/2006/relationships/slide" Target="slides/slide28.xml"/><Relationship Id="rId30" Type="http://schemas.openxmlformats.org/officeDocument/2006/relationships/slide" Target="slides/slide29.xml"/><Relationship Id="rId31" Type="http://schemas.openxmlformats.org/officeDocument/2006/relationships/slide" Target="slides/slide30.xml"/><Relationship Id="rId32" Type="http://schemas.openxmlformats.org/officeDocument/2006/relationships/slide" Target="slides/slide31.xml"/><Relationship Id="rId33" Type="http://schemas.openxmlformats.org/officeDocument/2006/relationships/slide" Target="slides/slide32.xml"/><Relationship Id="rId34" Type="http://schemas.openxmlformats.org/officeDocument/2006/relationships/slide" Target="slides/slide33.xml"/><Relationship Id="rId35" Type="http://schemas.openxmlformats.org/officeDocument/2006/relationships/slide" Target="slides/slide34.xml"/><Relationship Id="rId36" Type="http://schemas.openxmlformats.org/officeDocument/2006/relationships/slide" Target="slides/slide35.xml"/><Relationship Id="rId37" Type="http://schemas.openxmlformats.org/officeDocument/2006/relationships/slide" Target="slides/slide36.xml"/><Relationship Id="rId38" Type="http://schemas.openxmlformats.org/officeDocument/2006/relationships/slide" Target="slides/slide37.xml"/><Relationship Id="rId39" Type="http://schemas.openxmlformats.org/officeDocument/2006/relationships/notesMaster" Target="notesMasters/notesMaster1.xml"/><Relationship Id="rId40" Type="http://schemas.openxmlformats.org/officeDocument/2006/relationships/presProps" Target="presProps.xml"/><Relationship Id="rId41" Type="http://schemas.openxmlformats.org/officeDocument/2006/relationships/viewProps" Target="viewProps.xml"/><Relationship Id="rId42" Type="http://schemas.openxmlformats.org/officeDocument/2006/relationships/theme" Target="theme/theme1.xml"/><Relationship Id="rId43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_rels/notesSlide1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8.xml"/>
		</Relationships>
</file>

<file path=ppt/notesSlides/_rels/notesSlide1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9.xml"/>
		</Relationships>
</file>

<file path=ppt/notesSlides/_rels/notesSlide2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0.xml"/>
		</Relationships>
</file>

<file path=ppt/notesSlides/_rels/notesSlide2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1.xml"/>
		</Relationships>
</file>

<file path=ppt/notesSlides/_rels/notesSlide2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2.xml"/>
		</Relationships>
</file>

<file path=ppt/notesSlides/_rels/notesSlide2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3.xml"/>
		</Relationships>
</file>

<file path=ppt/notesSlides/_rels/notesSlide2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4.xml"/>
		</Relationships>
</file>

<file path=ppt/notesSlides/_rels/notesSlide2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5.xml"/>
		</Relationships>
</file>

<file path=ppt/notesSlides/_rels/notesSlide2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6.xml"/>
		</Relationships>
</file>

<file path=ppt/notesSlides/_rels/notesSlide2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7.xml"/>
		</Relationships>
</file>

<file path=ppt/notesSlides/_rels/notesSlide2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8.xml"/>
		</Relationships>
</file>

<file path=ppt/notesSlides/_rels/notesSlide2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9.xml"/>
		</Relationships>
</file>

<file path=ppt/notesSlides/_rels/notesSlide3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0.xml"/>
		</Relationships>
</file>

<file path=ppt/notesSlides/_rels/notesSlide3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1.xml"/>
		</Relationships>
</file>

<file path=ppt/notesSlides/_rels/notesSlide3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2.xml"/>
		</Relationships>
</file>

<file path=ppt/notesSlides/_rels/notesSlide3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3.xml"/>
		</Relationships>
</file>

<file path=ppt/notesSlides/_rels/notesSlide3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4.xml"/>
		</Relationships>
</file>

<file path=ppt/notesSlides/_rels/notesSlide3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5.xml"/>
		</Relationships>
</file>

<file path=ppt/notesSlides/_rels/notesSlide3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6.xml"/>
		</Relationships>
</file>

<file path=ppt/notesSlides/_rels/notesSlide3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7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-1.jp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-1.jpg"/><Relationship Id="rId2" Type="http://schemas.openxmlformats.org/officeDocument/2006/relationships/image" Target="../media/image-4-2.jp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-1.jpg"/><Relationship Id="rId2" Type="http://schemas.openxmlformats.org/officeDocument/2006/relationships/image" Target="../media/image-5-2.jp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6-1.jpg"/><Relationship Id="rId2" Type="http://schemas.openxmlformats.org/officeDocument/2006/relationships/image" Target="../media/image-6-2.jp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7-1.jpg"/><Relationship Id="rId2" Type="http://schemas.openxmlformats.org/officeDocument/2006/relationships/image" Target="../media/image-7-2.jp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8-1.jpg"/><Relationship Id="rId2" Type="http://schemas.openxmlformats.org/officeDocument/2006/relationships/image" Target="../media/image-8-2.jp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9-1.jpg"/><Relationship Id="rId2" Type="http://schemas.openxmlformats.org/officeDocument/2006/relationships/image" Target="../media/image-9-2.jp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0-1.jpg"/><Relationship Id="rId2" Type="http://schemas.openxmlformats.org/officeDocument/2006/relationships/image" Target="../media/image-10-2.jp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1-1.jpg"/><Relationship Id="rId2" Type="http://schemas.openxmlformats.org/officeDocument/2006/relationships/image" Target="../media/image-11-2.jp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2-1.jpg"/><Relationship Id="rId2" Type="http://schemas.openxmlformats.org/officeDocument/2006/relationships/image" Target="../media/image-12-2.jp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3-1.jpg"/><Relationship Id="rId2" Type="http://schemas.openxmlformats.org/officeDocument/2006/relationships/image" Target="../media/image-13-2.jp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4-1.jpg"/><Relationship Id="rId2" Type="http://schemas.openxmlformats.org/officeDocument/2006/relationships/image" Target="../media/image-14-2.jp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5-1.jpg"/><Relationship Id="rId2" Type="http://schemas.openxmlformats.org/officeDocument/2006/relationships/image" Target="../media/image-15-2.jp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6-1.jpg"/><Relationship Id="rId2" Type="http://schemas.openxmlformats.org/officeDocument/2006/relationships/image" Target="../media/image-16-2.jp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16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7-1.jpg"/><Relationship Id="rId2" Type="http://schemas.openxmlformats.org/officeDocument/2006/relationships/image" Target="../media/image-17-2.jp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17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8-1.jpg"/><Relationship Id="rId2" Type="http://schemas.openxmlformats.org/officeDocument/2006/relationships/image" Target="../media/image-18-2.jp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18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9-1.jpg"/><Relationship Id="rId2" Type="http://schemas.openxmlformats.org/officeDocument/2006/relationships/image" Target="../media/image-19-2.jp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19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0-1.jpg"/><Relationship Id="rId2" Type="http://schemas.openxmlformats.org/officeDocument/2006/relationships/image" Target="../media/image-20-2.jp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20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1-1.jpg"/><Relationship Id="rId2" Type="http://schemas.openxmlformats.org/officeDocument/2006/relationships/image" Target="../media/image-21-2.jp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21.xml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2-1.jpg"/><Relationship Id="rId2" Type="http://schemas.openxmlformats.org/officeDocument/2006/relationships/image" Target="../media/image-22-2.jp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22.xml"/></Relationships>
</file>

<file path=ppt/slides/_rels/slide2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3-1.jpg"/><Relationship Id="rId2" Type="http://schemas.openxmlformats.org/officeDocument/2006/relationships/image" Target="../media/image-23-2.jp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23.xml"/></Relationships>
</file>

<file path=ppt/slides/_rels/slide2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4-1.jpg"/><Relationship Id="rId2" Type="http://schemas.openxmlformats.org/officeDocument/2006/relationships/image" Target="../media/image-24-2.jp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24.xml"/></Relationships>
</file>

<file path=ppt/slides/_rels/slide2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5-1.jpg"/><Relationship Id="rId2" Type="http://schemas.openxmlformats.org/officeDocument/2006/relationships/image" Target="../media/image-25-2.jp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25.xml"/></Relationships>
</file>

<file path=ppt/slides/_rels/slide2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6-1.jpg"/><Relationship Id="rId2" Type="http://schemas.openxmlformats.org/officeDocument/2006/relationships/image" Target="../media/image-26-2.jp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26.xml"/></Relationships>
</file>

<file path=ppt/slides/_rels/slide2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7-1.jpg"/><Relationship Id="rId2" Type="http://schemas.openxmlformats.org/officeDocument/2006/relationships/image" Target="../media/image-27-2.jp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27.xml"/></Relationships>
</file>

<file path=ppt/slides/_rels/slide2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8-1.jpg"/><Relationship Id="rId2" Type="http://schemas.openxmlformats.org/officeDocument/2006/relationships/image" Target="../media/image-28-2.jp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28.xml"/></Relationships>
</file>

<file path=ppt/slides/_rels/slide2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9-1.jpg"/><Relationship Id="rId2" Type="http://schemas.openxmlformats.org/officeDocument/2006/relationships/image" Target="../media/image-29-2.jp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29.xml"/></Relationships>
</file>

<file path=ppt/slides/_rels/slide3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0-1.jpg"/><Relationship Id="rId2" Type="http://schemas.openxmlformats.org/officeDocument/2006/relationships/image" Target="../media/image-30-2.jp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30.xml"/></Relationships>
</file>

<file path=ppt/slides/_rels/slide3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1-1.jpg"/><Relationship Id="rId2" Type="http://schemas.openxmlformats.org/officeDocument/2006/relationships/image" Target="../media/image-31-2.jp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31.xml"/></Relationships>
</file>

<file path=ppt/slides/_rels/slide3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2-1.jpg"/><Relationship Id="rId2" Type="http://schemas.openxmlformats.org/officeDocument/2006/relationships/image" Target="../media/image-32-2.jp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32.xml"/></Relationships>
</file>

<file path=ppt/slides/_rels/slide3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3-1.jpg"/><Relationship Id="rId2" Type="http://schemas.openxmlformats.org/officeDocument/2006/relationships/image" Target="../media/image-33-2.jp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33.xml"/></Relationships>
</file>

<file path=ppt/slides/_rels/slide3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4-1.jpg"/><Relationship Id="rId2" Type="http://schemas.openxmlformats.org/officeDocument/2006/relationships/image" Target="../media/image-34-2.jp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34.xml"/></Relationships>
</file>

<file path=ppt/slides/_rels/slide3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5-1.jpg"/><Relationship Id="rId2" Type="http://schemas.openxmlformats.org/officeDocument/2006/relationships/image" Target="../media/image-35-2.jp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35.xml"/></Relationships>
</file>

<file path=ppt/slides/_rels/slide3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6-1.jpg"/><Relationship Id="rId2" Type="http://schemas.openxmlformats.org/officeDocument/2006/relationships/image" Target="../media/image-36-2.jp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36.xml"/></Relationships>
</file>

<file path=ppt/slides/_rels/slide3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7-1.jp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7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1B2A4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822960" y="1828800"/>
            <a:ext cx="10543032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54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Big Book Study</a:t>
            </a:r>
            <a:endParaRPr lang="en-US" sz="5400" dirty="0"/>
          </a:p>
        </p:txBody>
      </p:sp>
      <p:sp>
        <p:nvSpPr>
          <p:cNvPr id="3" name="Text 1"/>
          <p:cNvSpPr/>
          <p:nvPr/>
        </p:nvSpPr>
        <p:spPr>
          <a:xfrm>
            <a:off x="822960" y="2880360"/>
            <a:ext cx="1054303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spc="200" kern="0" dirty="0">
                <a:solidFill>
                  <a:srgbClr val="A9B8C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Presented by A.A. District 23</a:t>
            </a:r>
            <a:endParaRPr lang="en-US" sz="2200" dirty="0"/>
          </a:p>
        </p:txBody>
      </p:sp>
      <p:sp>
        <p:nvSpPr>
          <p:cNvPr id="4" name="Text 2"/>
          <p:cNvSpPr/>
          <p:nvPr/>
        </p:nvSpPr>
        <p:spPr>
          <a:xfrm>
            <a:off x="822960" y="3364992"/>
            <a:ext cx="10543032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i="1" dirty="0">
                <a:solidFill>
                  <a:srgbClr val="7E92A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Into Action — Pages 73 to 140</a:t>
            </a:r>
            <a:endParaRPr lang="en-US" sz="1700" dirty="0"/>
          </a:p>
        </p:txBody>
      </p:sp>
      <p:sp>
        <p:nvSpPr>
          <p:cNvPr id="5" name="Shape 3"/>
          <p:cNvSpPr/>
          <p:nvPr/>
        </p:nvSpPr>
        <p:spPr>
          <a:xfrm>
            <a:off x="822960" y="4069080"/>
            <a:ext cx="5486400" cy="1051560"/>
          </a:xfrm>
          <a:prstGeom prst="roundRect">
            <a:avLst>
              <a:gd name="adj" fmla="val 8696"/>
            </a:avLst>
          </a:prstGeom>
          <a:solidFill>
            <a:srgbClr val="2A3B54"/>
          </a:solidFill>
          <a:ln/>
        </p:spPr>
      </p:sp>
      <p:sp>
        <p:nvSpPr>
          <p:cNvPr id="6" name="Text 4"/>
          <p:cNvSpPr/>
          <p:nvPr/>
        </p:nvSpPr>
        <p:spPr>
          <a:xfrm>
            <a:off x="1143000" y="4069080"/>
            <a:ext cx="4846320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903 Court Street, Port Huron</a:t>
            </a:r>
            <a:endParaRPr lang="en-US" sz="2000" dirty="0"/>
          </a:p>
          <a:p>
            <a:pPr indent="0" marL="0">
              <a:buNone/>
            </a:pPr>
            <a:r>
              <a:rPr lang="en-US" sz="1500" dirty="0">
                <a:solidFill>
                  <a:srgbClr val="A9B8C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Wednesdays  ·  7:00 PM</a:t>
            </a:r>
            <a:endParaRPr lang="en-US" sz="20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822960"/>
            <a:ext cx="11091672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600" b="1" dirty="0">
                <a:solidFill>
                  <a:srgbClr val="1B2A4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Copyright Notice</a:t>
            </a:r>
            <a:endParaRPr lang="en-US" sz="3600" dirty="0"/>
          </a:p>
        </p:txBody>
      </p:sp>
      <p:sp>
        <p:nvSpPr>
          <p:cNvPr id="3" name="Shape 1"/>
          <p:cNvSpPr/>
          <p:nvPr/>
        </p:nvSpPr>
        <p:spPr>
          <a:xfrm>
            <a:off x="548640" y="1737360"/>
            <a:ext cx="11091672" cy="2011680"/>
          </a:xfrm>
          <a:prstGeom prst="roundRect">
            <a:avLst>
              <a:gd name="adj" fmla="val 4545"/>
            </a:avLst>
          </a:prstGeom>
          <a:solidFill>
            <a:srgbClr val="F1F4F7"/>
          </a:solidFill>
          <a:ln/>
        </p:spPr>
      </p:sp>
      <p:sp>
        <p:nvSpPr>
          <p:cNvPr id="4" name="Text 2"/>
          <p:cNvSpPr/>
          <p:nvPr/>
        </p:nvSpPr>
        <p:spPr>
          <a:xfrm>
            <a:off x="914400" y="1737360"/>
            <a:ext cx="10360152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900" i="1" dirty="0">
                <a:solidFill>
                  <a:srgbClr val="1B2A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“These materials are copyright © by Alcoholics Anonymous World Services, Inc. ("A.A.W.S."). All rights reserved. Individual printing or photocopying of a single copy is permitted. Intended for personal use only, and not to be reproduced further or distributed for resale.”</a:t>
            </a:r>
            <a:endParaRPr lang="en-US" sz="1900" dirty="0"/>
          </a:p>
        </p:txBody>
      </p:sp>
      <p:sp>
        <p:nvSpPr>
          <p:cNvPr id="5" name="Text 3"/>
          <p:cNvSpPr/>
          <p:nvPr/>
        </p:nvSpPr>
        <p:spPr>
          <a:xfrm>
            <a:off x="548640" y="4023360"/>
            <a:ext cx="11091672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1400" dirty="0">
                <a:solidFill>
                  <a:srgbClr val="6B7A8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Displayed at the request of A.A. World Services, Inc. Reproduced with permission for use during this A.A. meeting.</a:t>
            </a:r>
            <a:endParaRPr lang="en-US" sz="14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home/user/LawStuff/aa-scan-deck/pages/p0097.jp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095306" y="320040"/>
            <a:ext cx="3998340" cy="5943600"/>
          </a:xfrm>
          <a:prstGeom prst="rect">
            <a:avLst/>
          </a:prstGeom>
        </p:spPr>
      </p:pic>
      <p:sp>
        <p:nvSpPr>
          <p:cNvPr id="3" name="Text 0"/>
          <p:cNvSpPr/>
          <p:nvPr/>
        </p:nvSpPr>
        <p:spPr>
          <a:xfrm>
            <a:off x="8413686" y="2926080"/>
            <a:ext cx="3366529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400" b="1" dirty="0">
                <a:solidFill>
                  <a:srgbClr val="9AAAB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73</a:t>
            </a:r>
            <a:endParaRPr lang="en-US" sz="3400" dirty="0"/>
          </a:p>
        </p:txBody>
      </p:sp>
      <p:sp>
        <p:nvSpPr>
          <p:cNvPr id="4" name="Text 1"/>
          <p:cNvSpPr/>
          <p:nvPr/>
        </p:nvSpPr>
        <p:spPr>
          <a:xfrm>
            <a:off x="548640" y="6382512"/>
            <a:ext cx="1109167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B7A8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Copyright © Alcoholics Anonymous World Services, Inc. All rights reserved. Intended for personal use only, and not to be reproduced further or distributed for resale.</a:t>
            </a:r>
            <a:endParaRPr lang="en-US" sz="9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home/user/LawStuff/aa-scan-deck/pages/p0098.jp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2097646" y="320040"/>
            <a:ext cx="3998340" cy="5943600"/>
          </a:xfrm>
          <a:prstGeom prst="rect">
            <a:avLst/>
          </a:prstGeom>
        </p:spPr>
      </p:pic>
      <p:pic>
        <p:nvPicPr>
          <p:cNvPr id="3" name="Image 1" descr="/home/user/LawStuff/aa-scan-deck/pages/p0099.jp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095986" y="320040"/>
            <a:ext cx="3995320" cy="5943600"/>
          </a:xfrm>
          <a:prstGeom prst="rect">
            <a:avLst/>
          </a:prstGeom>
        </p:spPr>
      </p:pic>
      <p:sp>
        <p:nvSpPr>
          <p:cNvPr id="4" name="Text 0"/>
          <p:cNvSpPr/>
          <p:nvPr/>
        </p:nvSpPr>
        <p:spPr>
          <a:xfrm>
            <a:off x="411480" y="2926080"/>
            <a:ext cx="1366126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3400" b="1" dirty="0">
                <a:solidFill>
                  <a:srgbClr val="9AAAB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74</a:t>
            </a:r>
            <a:endParaRPr lang="en-US" sz="3400" dirty="0"/>
          </a:p>
        </p:txBody>
      </p:sp>
      <p:sp>
        <p:nvSpPr>
          <p:cNvPr id="5" name="Text 1"/>
          <p:cNvSpPr/>
          <p:nvPr/>
        </p:nvSpPr>
        <p:spPr>
          <a:xfrm>
            <a:off x="10411346" y="2926080"/>
            <a:ext cx="1368869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400" b="1" dirty="0">
                <a:solidFill>
                  <a:srgbClr val="9AAAB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75</a:t>
            </a:r>
            <a:endParaRPr lang="en-US" sz="3400" dirty="0"/>
          </a:p>
        </p:txBody>
      </p:sp>
      <p:sp>
        <p:nvSpPr>
          <p:cNvPr id="6" name="Text 2"/>
          <p:cNvSpPr/>
          <p:nvPr/>
        </p:nvSpPr>
        <p:spPr>
          <a:xfrm>
            <a:off x="548640" y="6382512"/>
            <a:ext cx="1109167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B7A8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Copyright © Alcoholics Anonymous World Services, Inc. All rights reserved. Intended for personal use only, and not to be reproduced further or distributed for resale.</a:t>
            </a:r>
            <a:endParaRPr lang="en-US" sz="9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home/user/LawStuff/aa-scan-deck/pages/p0100.jp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2092422" y="320040"/>
            <a:ext cx="3995320" cy="5943600"/>
          </a:xfrm>
          <a:prstGeom prst="rect">
            <a:avLst/>
          </a:prstGeom>
        </p:spPr>
      </p:pic>
      <p:pic>
        <p:nvPicPr>
          <p:cNvPr id="3" name="Image 1" descr="/home/user/LawStuff/aa-scan-deck/pages/p0101.jp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087742" y="320040"/>
            <a:ext cx="4008788" cy="5943600"/>
          </a:xfrm>
          <a:prstGeom prst="rect">
            <a:avLst/>
          </a:prstGeom>
        </p:spPr>
      </p:pic>
      <p:sp>
        <p:nvSpPr>
          <p:cNvPr id="4" name="Text 0"/>
          <p:cNvSpPr/>
          <p:nvPr/>
        </p:nvSpPr>
        <p:spPr>
          <a:xfrm>
            <a:off x="411480" y="2926080"/>
            <a:ext cx="1360902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3400" b="1" dirty="0">
                <a:solidFill>
                  <a:srgbClr val="9AAAB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76</a:t>
            </a:r>
            <a:endParaRPr lang="en-US" sz="3400" dirty="0"/>
          </a:p>
        </p:txBody>
      </p:sp>
      <p:sp>
        <p:nvSpPr>
          <p:cNvPr id="5" name="Text 1"/>
          <p:cNvSpPr/>
          <p:nvPr/>
        </p:nvSpPr>
        <p:spPr>
          <a:xfrm>
            <a:off x="10416570" y="2926080"/>
            <a:ext cx="1363645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400" b="1" dirty="0">
                <a:solidFill>
                  <a:srgbClr val="9AAAB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77</a:t>
            </a:r>
            <a:endParaRPr lang="en-US" sz="3400" dirty="0"/>
          </a:p>
        </p:txBody>
      </p:sp>
      <p:sp>
        <p:nvSpPr>
          <p:cNvPr id="6" name="Text 2"/>
          <p:cNvSpPr/>
          <p:nvPr/>
        </p:nvSpPr>
        <p:spPr>
          <a:xfrm>
            <a:off x="548640" y="6382512"/>
            <a:ext cx="1109167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B7A8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Copyright © Alcoholics Anonymous World Services, Inc. All rights reserved. Intended for personal use only, and not to be reproduced further or distributed for resale.</a:t>
            </a:r>
            <a:endParaRPr lang="en-US" sz="9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home/user/LawStuff/aa-scan-deck/pages/p0102.jp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2093145" y="320040"/>
            <a:ext cx="3992305" cy="5943600"/>
          </a:xfrm>
          <a:prstGeom prst="rect">
            <a:avLst/>
          </a:prstGeom>
        </p:spPr>
      </p:pic>
      <p:pic>
        <p:nvPicPr>
          <p:cNvPr id="3" name="Image 1" descr="/home/user/LawStuff/aa-scan-deck/pages/p0103.jp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085450" y="320040"/>
            <a:ext cx="4010356" cy="5943600"/>
          </a:xfrm>
          <a:prstGeom prst="rect">
            <a:avLst/>
          </a:prstGeom>
        </p:spPr>
      </p:pic>
      <p:sp>
        <p:nvSpPr>
          <p:cNvPr id="4" name="Text 0"/>
          <p:cNvSpPr/>
          <p:nvPr/>
        </p:nvSpPr>
        <p:spPr>
          <a:xfrm>
            <a:off x="411480" y="2926080"/>
            <a:ext cx="1361625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3400" b="1" dirty="0">
                <a:solidFill>
                  <a:srgbClr val="9AAAB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78</a:t>
            </a:r>
            <a:endParaRPr lang="en-US" sz="3400" dirty="0"/>
          </a:p>
        </p:txBody>
      </p:sp>
      <p:sp>
        <p:nvSpPr>
          <p:cNvPr id="5" name="Text 1"/>
          <p:cNvSpPr/>
          <p:nvPr/>
        </p:nvSpPr>
        <p:spPr>
          <a:xfrm>
            <a:off x="10415847" y="2926080"/>
            <a:ext cx="1364369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400" b="1" dirty="0">
                <a:solidFill>
                  <a:srgbClr val="9AAAB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79</a:t>
            </a:r>
            <a:endParaRPr lang="en-US" sz="3400" dirty="0"/>
          </a:p>
        </p:txBody>
      </p:sp>
      <p:sp>
        <p:nvSpPr>
          <p:cNvPr id="6" name="Text 2"/>
          <p:cNvSpPr/>
          <p:nvPr/>
        </p:nvSpPr>
        <p:spPr>
          <a:xfrm>
            <a:off x="548640" y="6382512"/>
            <a:ext cx="1109167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B7A8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Copyright © Alcoholics Anonymous World Services, Inc. All rights reserved. Intended for personal use only, and not to be reproduced further or distributed for resale.</a:t>
            </a:r>
            <a:endParaRPr lang="en-US" sz="9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home/user/LawStuff/aa-scan-deck/pages/p0104.jp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2093930" y="320040"/>
            <a:ext cx="3992305" cy="5943600"/>
          </a:xfrm>
          <a:prstGeom prst="rect">
            <a:avLst/>
          </a:prstGeom>
        </p:spPr>
      </p:pic>
      <p:pic>
        <p:nvPicPr>
          <p:cNvPr id="3" name="Image 1" descr="/home/user/LawStuff/aa-scan-deck/pages/p0105.jp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086235" y="320040"/>
            <a:ext cx="4008788" cy="5943600"/>
          </a:xfrm>
          <a:prstGeom prst="rect">
            <a:avLst/>
          </a:prstGeom>
        </p:spPr>
      </p:pic>
      <p:sp>
        <p:nvSpPr>
          <p:cNvPr id="4" name="Text 0"/>
          <p:cNvSpPr/>
          <p:nvPr/>
        </p:nvSpPr>
        <p:spPr>
          <a:xfrm>
            <a:off x="411480" y="2926080"/>
            <a:ext cx="136241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3400" b="1" dirty="0">
                <a:solidFill>
                  <a:srgbClr val="9AAAB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80</a:t>
            </a:r>
            <a:endParaRPr lang="en-US" sz="3400" dirty="0"/>
          </a:p>
        </p:txBody>
      </p:sp>
      <p:sp>
        <p:nvSpPr>
          <p:cNvPr id="5" name="Text 1"/>
          <p:cNvSpPr/>
          <p:nvPr/>
        </p:nvSpPr>
        <p:spPr>
          <a:xfrm>
            <a:off x="10415062" y="2926080"/>
            <a:ext cx="1365153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400" b="1" dirty="0">
                <a:solidFill>
                  <a:srgbClr val="9AAAB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81</a:t>
            </a:r>
            <a:endParaRPr lang="en-US" sz="3400" dirty="0"/>
          </a:p>
        </p:txBody>
      </p:sp>
      <p:sp>
        <p:nvSpPr>
          <p:cNvPr id="6" name="Text 2"/>
          <p:cNvSpPr/>
          <p:nvPr/>
        </p:nvSpPr>
        <p:spPr>
          <a:xfrm>
            <a:off x="548640" y="6382512"/>
            <a:ext cx="1109167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B7A8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Copyright © Alcoholics Anonymous World Services, Inc. All rights reserved. Intended for personal use only, and not to be reproduced further or distributed for resale.</a:t>
            </a:r>
            <a:endParaRPr lang="en-US" sz="9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home/user/LawStuff/aa-scan-deck/pages/p0106.jp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2090907" y="320040"/>
            <a:ext cx="3995320" cy="5943600"/>
          </a:xfrm>
          <a:prstGeom prst="rect">
            <a:avLst/>
          </a:prstGeom>
        </p:spPr>
      </p:pic>
      <p:pic>
        <p:nvPicPr>
          <p:cNvPr id="3" name="Image 1" descr="/home/user/LawStuff/aa-scan-deck/pages/p0107.jp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086227" y="320040"/>
            <a:ext cx="4011818" cy="5943600"/>
          </a:xfrm>
          <a:prstGeom prst="rect">
            <a:avLst/>
          </a:prstGeom>
        </p:spPr>
      </p:pic>
      <p:sp>
        <p:nvSpPr>
          <p:cNvPr id="4" name="Text 0"/>
          <p:cNvSpPr/>
          <p:nvPr/>
        </p:nvSpPr>
        <p:spPr>
          <a:xfrm>
            <a:off x="411480" y="2926080"/>
            <a:ext cx="1359387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3400" b="1" dirty="0">
                <a:solidFill>
                  <a:srgbClr val="9AAAB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82</a:t>
            </a:r>
            <a:endParaRPr lang="en-US" sz="3400" dirty="0"/>
          </a:p>
        </p:txBody>
      </p:sp>
      <p:sp>
        <p:nvSpPr>
          <p:cNvPr id="5" name="Text 1"/>
          <p:cNvSpPr/>
          <p:nvPr/>
        </p:nvSpPr>
        <p:spPr>
          <a:xfrm>
            <a:off x="10418085" y="2926080"/>
            <a:ext cx="136213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400" b="1" dirty="0">
                <a:solidFill>
                  <a:srgbClr val="9AAAB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83</a:t>
            </a:r>
            <a:endParaRPr lang="en-US" sz="3400" dirty="0"/>
          </a:p>
        </p:txBody>
      </p:sp>
      <p:sp>
        <p:nvSpPr>
          <p:cNvPr id="6" name="Text 2"/>
          <p:cNvSpPr/>
          <p:nvPr/>
        </p:nvSpPr>
        <p:spPr>
          <a:xfrm>
            <a:off x="548640" y="6382512"/>
            <a:ext cx="1109167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B7A8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Copyright © Alcoholics Anonymous World Services, Inc. All rights reserved. Intended for personal use only, and not to be reproduced further or distributed for resale.</a:t>
            </a:r>
            <a:endParaRPr lang="en-US" sz="9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home/user/LawStuff/aa-scan-deck/pages/p0108.jp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2084905" y="320040"/>
            <a:ext cx="4007325" cy="5943600"/>
          </a:xfrm>
          <a:prstGeom prst="rect">
            <a:avLst/>
          </a:prstGeom>
        </p:spPr>
      </p:pic>
      <p:pic>
        <p:nvPicPr>
          <p:cNvPr id="3" name="Image 1" descr="/home/user/LawStuff/aa-scan-deck/pages/p0109.jp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092230" y="320040"/>
            <a:ext cx="4011818" cy="5943600"/>
          </a:xfrm>
          <a:prstGeom prst="rect">
            <a:avLst/>
          </a:prstGeom>
        </p:spPr>
      </p:pic>
      <p:sp>
        <p:nvSpPr>
          <p:cNvPr id="4" name="Text 0"/>
          <p:cNvSpPr/>
          <p:nvPr/>
        </p:nvSpPr>
        <p:spPr>
          <a:xfrm>
            <a:off x="411480" y="2926080"/>
            <a:ext cx="1353385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3400" b="1" dirty="0">
                <a:solidFill>
                  <a:srgbClr val="9AAAB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84</a:t>
            </a:r>
            <a:endParaRPr lang="en-US" sz="3400" dirty="0"/>
          </a:p>
        </p:txBody>
      </p:sp>
      <p:sp>
        <p:nvSpPr>
          <p:cNvPr id="5" name="Text 1"/>
          <p:cNvSpPr/>
          <p:nvPr/>
        </p:nvSpPr>
        <p:spPr>
          <a:xfrm>
            <a:off x="10424087" y="2926080"/>
            <a:ext cx="1356128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400" b="1" dirty="0">
                <a:solidFill>
                  <a:srgbClr val="9AAAB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85</a:t>
            </a:r>
            <a:endParaRPr lang="en-US" sz="3400" dirty="0"/>
          </a:p>
        </p:txBody>
      </p:sp>
      <p:sp>
        <p:nvSpPr>
          <p:cNvPr id="6" name="Text 2"/>
          <p:cNvSpPr/>
          <p:nvPr/>
        </p:nvSpPr>
        <p:spPr>
          <a:xfrm>
            <a:off x="548640" y="6382512"/>
            <a:ext cx="1109167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B7A8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Copyright © Alcoholics Anonymous World Services, Inc. All rights reserved. Intended for personal use only, and not to be reproduced further or distributed for resale.</a:t>
            </a:r>
            <a:endParaRPr lang="en-US" sz="9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home/user/LawStuff/aa-scan-deck/pages/p0110.jp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2088664" y="320040"/>
            <a:ext cx="4004298" cy="5943600"/>
          </a:xfrm>
          <a:prstGeom prst="rect">
            <a:avLst/>
          </a:prstGeom>
        </p:spPr>
      </p:pic>
      <p:pic>
        <p:nvPicPr>
          <p:cNvPr id="3" name="Image 1" descr="/home/user/LawStuff/aa-scan-deck/pages/p0111.jp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092963" y="320040"/>
            <a:ext cx="4007325" cy="5943600"/>
          </a:xfrm>
          <a:prstGeom prst="rect">
            <a:avLst/>
          </a:prstGeom>
        </p:spPr>
      </p:pic>
      <p:sp>
        <p:nvSpPr>
          <p:cNvPr id="4" name="Text 0"/>
          <p:cNvSpPr/>
          <p:nvPr/>
        </p:nvSpPr>
        <p:spPr>
          <a:xfrm>
            <a:off x="411480" y="2926080"/>
            <a:ext cx="1357144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3400" b="1" dirty="0">
                <a:solidFill>
                  <a:srgbClr val="9AAAB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86</a:t>
            </a:r>
            <a:endParaRPr lang="en-US" sz="3400" dirty="0"/>
          </a:p>
        </p:txBody>
      </p:sp>
      <p:sp>
        <p:nvSpPr>
          <p:cNvPr id="5" name="Text 1"/>
          <p:cNvSpPr/>
          <p:nvPr/>
        </p:nvSpPr>
        <p:spPr>
          <a:xfrm>
            <a:off x="10420328" y="2926080"/>
            <a:ext cx="1359887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400" b="1" dirty="0">
                <a:solidFill>
                  <a:srgbClr val="9AAAB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87</a:t>
            </a:r>
            <a:endParaRPr lang="en-US" sz="3400" dirty="0"/>
          </a:p>
        </p:txBody>
      </p:sp>
      <p:sp>
        <p:nvSpPr>
          <p:cNvPr id="6" name="Text 2"/>
          <p:cNvSpPr/>
          <p:nvPr/>
        </p:nvSpPr>
        <p:spPr>
          <a:xfrm>
            <a:off x="548640" y="6382512"/>
            <a:ext cx="1109167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B7A8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Copyright © Alcoholics Anonymous World Services, Inc. All rights reserved. Intended for personal use only, and not to be reproduced further or distributed for resale.</a:t>
            </a:r>
            <a:endParaRPr lang="en-US" sz="9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home/user/LawStuff/aa-scan-deck/pages/p0112.jp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2095442" y="320040"/>
            <a:ext cx="3996791" cy="5943600"/>
          </a:xfrm>
          <a:prstGeom prst="rect">
            <a:avLst/>
          </a:prstGeom>
        </p:spPr>
      </p:pic>
      <p:pic>
        <p:nvPicPr>
          <p:cNvPr id="3" name="Image 1" descr="/home/user/LawStuff/aa-scan-deck/pages/p0113.jp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092233" y="320040"/>
            <a:ext cx="4001276" cy="5943600"/>
          </a:xfrm>
          <a:prstGeom prst="rect">
            <a:avLst/>
          </a:prstGeom>
        </p:spPr>
      </p:pic>
      <p:sp>
        <p:nvSpPr>
          <p:cNvPr id="4" name="Text 0"/>
          <p:cNvSpPr/>
          <p:nvPr/>
        </p:nvSpPr>
        <p:spPr>
          <a:xfrm>
            <a:off x="411480" y="2926080"/>
            <a:ext cx="1363922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3400" b="1" dirty="0">
                <a:solidFill>
                  <a:srgbClr val="9AAAB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88</a:t>
            </a:r>
            <a:endParaRPr lang="en-US" sz="3400" dirty="0"/>
          </a:p>
        </p:txBody>
      </p:sp>
      <p:sp>
        <p:nvSpPr>
          <p:cNvPr id="5" name="Text 1"/>
          <p:cNvSpPr/>
          <p:nvPr/>
        </p:nvSpPr>
        <p:spPr>
          <a:xfrm>
            <a:off x="10413550" y="2926080"/>
            <a:ext cx="1366666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400" b="1" dirty="0">
                <a:solidFill>
                  <a:srgbClr val="9AAAB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89</a:t>
            </a:r>
            <a:endParaRPr lang="en-US" sz="3400" dirty="0"/>
          </a:p>
        </p:txBody>
      </p:sp>
      <p:sp>
        <p:nvSpPr>
          <p:cNvPr id="6" name="Text 2"/>
          <p:cNvSpPr/>
          <p:nvPr/>
        </p:nvSpPr>
        <p:spPr>
          <a:xfrm>
            <a:off x="548640" y="6382512"/>
            <a:ext cx="1109167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B7A8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Copyright © Alcoholics Anonymous World Services, Inc. All rights reserved. Intended for personal use only, and not to be reproduced further or distributed for resale.</a:t>
            </a:r>
            <a:endParaRPr lang="en-US" sz="9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home/user/LawStuff/aa-scan-deck/pages/p0114.jp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2094667" y="320040"/>
            <a:ext cx="3995320" cy="5943600"/>
          </a:xfrm>
          <a:prstGeom prst="rect">
            <a:avLst/>
          </a:prstGeom>
        </p:spPr>
      </p:pic>
      <p:pic>
        <p:nvPicPr>
          <p:cNvPr id="3" name="Image 1" descr="/home/user/LawStuff/aa-scan-deck/pages/p0115.jp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089987" y="320040"/>
            <a:ext cx="4004298" cy="5943600"/>
          </a:xfrm>
          <a:prstGeom prst="rect">
            <a:avLst/>
          </a:prstGeom>
        </p:spPr>
      </p:pic>
      <p:sp>
        <p:nvSpPr>
          <p:cNvPr id="4" name="Text 0"/>
          <p:cNvSpPr/>
          <p:nvPr/>
        </p:nvSpPr>
        <p:spPr>
          <a:xfrm>
            <a:off x="411480" y="2926080"/>
            <a:ext cx="1363147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3400" b="1" dirty="0">
                <a:solidFill>
                  <a:srgbClr val="9AAAB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90</a:t>
            </a:r>
            <a:endParaRPr lang="en-US" sz="3400" dirty="0"/>
          </a:p>
        </p:txBody>
      </p:sp>
      <p:sp>
        <p:nvSpPr>
          <p:cNvPr id="5" name="Text 1"/>
          <p:cNvSpPr/>
          <p:nvPr/>
        </p:nvSpPr>
        <p:spPr>
          <a:xfrm>
            <a:off x="10414325" y="2926080"/>
            <a:ext cx="136589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400" b="1" dirty="0">
                <a:solidFill>
                  <a:srgbClr val="9AAAB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91</a:t>
            </a:r>
            <a:endParaRPr lang="en-US" sz="3400" dirty="0"/>
          </a:p>
        </p:txBody>
      </p:sp>
      <p:sp>
        <p:nvSpPr>
          <p:cNvPr id="6" name="Text 2"/>
          <p:cNvSpPr/>
          <p:nvPr/>
        </p:nvSpPr>
        <p:spPr>
          <a:xfrm>
            <a:off x="548640" y="6382512"/>
            <a:ext cx="1109167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B7A8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Copyright © Alcoholics Anonymous World Services, Inc. All rights reserved. Intended for personal use only, and not to be reproduced further or distributed for resale.</a:t>
            </a:r>
            <a:endParaRPr lang="en-US" sz="90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home/user/LawStuff/aa-scan-deck/pages/p0116.jp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2088664" y="320040"/>
            <a:ext cx="4004298" cy="5943600"/>
          </a:xfrm>
          <a:prstGeom prst="rect">
            <a:avLst/>
          </a:prstGeom>
        </p:spPr>
      </p:pic>
      <p:pic>
        <p:nvPicPr>
          <p:cNvPr id="3" name="Image 1" descr="/home/user/LawStuff/aa-scan-deck/pages/p0117.jp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092963" y="320040"/>
            <a:ext cx="4007325" cy="5943600"/>
          </a:xfrm>
          <a:prstGeom prst="rect">
            <a:avLst/>
          </a:prstGeom>
        </p:spPr>
      </p:pic>
      <p:sp>
        <p:nvSpPr>
          <p:cNvPr id="4" name="Text 0"/>
          <p:cNvSpPr/>
          <p:nvPr/>
        </p:nvSpPr>
        <p:spPr>
          <a:xfrm>
            <a:off x="411480" y="2926080"/>
            <a:ext cx="1357144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3400" b="1" dirty="0">
                <a:solidFill>
                  <a:srgbClr val="9AAAB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92</a:t>
            </a:r>
            <a:endParaRPr lang="en-US" sz="3400" dirty="0"/>
          </a:p>
        </p:txBody>
      </p:sp>
      <p:sp>
        <p:nvSpPr>
          <p:cNvPr id="5" name="Text 1"/>
          <p:cNvSpPr/>
          <p:nvPr/>
        </p:nvSpPr>
        <p:spPr>
          <a:xfrm>
            <a:off x="10420328" y="2926080"/>
            <a:ext cx="1359887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400" b="1" dirty="0">
                <a:solidFill>
                  <a:srgbClr val="9AAAB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93</a:t>
            </a:r>
            <a:endParaRPr lang="en-US" sz="3400" dirty="0"/>
          </a:p>
        </p:txBody>
      </p:sp>
      <p:sp>
        <p:nvSpPr>
          <p:cNvPr id="6" name="Text 2"/>
          <p:cNvSpPr/>
          <p:nvPr/>
        </p:nvSpPr>
        <p:spPr>
          <a:xfrm>
            <a:off x="548640" y="6382512"/>
            <a:ext cx="1109167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B7A8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Copyright © Alcoholics Anonymous World Services, Inc. All rights reserved. Intended for personal use only, and not to be reproduced further or distributed for resale.</a:t>
            </a:r>
            <a:endParaRPr lang="en-US" sz="90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home/user/LawStuff/aa-scan-deck/pages/p0118.jp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2096178" y="320040"/>
            <a:ext cx="4001276" cy="5943600"/>
          </a:xfrm>
          <a:prstGeom prst="rect">
            <a:avLst/>
          </a:prstGeom>
        </p:spPr>
      </p:pic>
      <p:pic>
        <p:nvPicPr>
          <p:cNvPr id="3" name="Image 1" descr="/home/user/LawStuff/aa-scan-deck/pages/p0119.jp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097454" y="320040"/>
            <a:ext cx="3995320" cy="5943600"/>
          </a:xfrm>
          <a:prstGeom prst="rect">
            <a:avLst/>
          </a:prstGeom>
        </p:spPr>
      </p:pic>
      <p:sp>
        <p:nvSpPr>
          <p:cNvPr id="4" name="Text 0"/>
          <p:cNvSpPr/>
          <p:nvPr/>
        </p:nvSpPr>
        <p:spPr>
          <a:xfrm>
            <a:off x="411480" y="2926080"/>
            <a:ext cx="1364658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3400" b="1" dirty="0">
                <a:solidFill>
                  <a:srgbClr val="9AAAB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94</a:t>
            </a:r>
            <a:endParaRPr lang="en-US" sz="3400" dirty="0"/>
          </a:p>
        </p:txBody>
      </p:sp>
      <p:sp>
        <p:nvSpPr>
          <p:cNvPr id="5" name="Text 1"/>
          <p:cNvSpPr/>
          <p:nvPr/>
        </p:nvSpPr>
        <p:spPr>
          <a:xfrm>
            <a:off x="10412814" y="2926080"/>
            <a:ext cx="1367401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400" b="1" dirty="0">
                <a:solidFill>
                  <a:srgbClr val="9AAAB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95</a:t>
            </a:r>
            <a:endParaRPr lang="en-US" sz="3400" dirty="0"/>
          </a:p>
        </p:txBody>
      </p:sp>
      <p:sp>
        <p:nvSpPr>
          <p:cNvPr id="6" name="Text 2"/>
          <p:cNvSpPr/>
          <p:nvPr/>
        </p:nvSpPr>
        <p:spPr>
          <a:xfrm>
            <a:off x="548640" y="6382512"/>
            <a:ext cx="1109167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B7A8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Copyright © Alcoholics Anonymous World Services, Inc. All rights reserved. Intended for personal use only, and not to be reproduced further or distributed for resale.</a:t>
            </a:r>
            <a:endParaRPr lang="en-US" sz="900" dirty="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home/user/LawStuff/aa-scan-deck/pages/p0120.jp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2092421" y="320040"/>
            <a:ext cx="4001276" cy="5943600"/>
          </a:xfrm>
          <a:prstGeom prst="rect">
            <a:avLst/>
          </a:prstGeom>
        </p:spPr>
      </p:pic>
      <p:pic>
        <p:nvPicPr>
          <p:cNvPr id="3" name="Image 1" descr="/home/user/LawStuff/aa-scan-deck/pages/p0121.jp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093698" y="320040"/>
            <a:ext cx="4002833" cy="5943600"/>
          </a:xfrm>
          <a:prstGeom prst="rect">
            <a:avLst/>
          </a:prstGeom>
        </p:spPr>
      </p:pic>
      <p:sp>
        <p:nvSpPr>
          <p:cNvPr id="4" name="Text 0"/>
          <p:cNvSpPr/>
          <p:nvPr/>
        </p:nvSpPr>
        <p:spPr>
          <a:xfrm>
            <a:off x="411480" y="2926080"/>
            <a:ext cx="1360901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3400" b="1" dirty="0">
                <a:solidFill>
                  <a:srgbClr val="9AAAB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96</a:t>
            </a:r>
            <a:endParaRPr lang="en-US" sz="3400" dirty="0"/>
          </a:p>
        </p:txBody>
      </p:sp>
      <p:sp>
        <p:nvSpPr>
          <p:cNvPr id="5" name="Text 1"/>
          <p:cNvSpPr/>
          <p:nvPr/>
        </p:nvSpPr>
        <p:spPr>
          <a:xfrm>
            <a:off x="10416571" y="2926080"/>
            <a:ext cx="1363645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400" b="1" dirty="0">
                <a:solidFill>
                  <a:srgbClr val="9AAAB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97</a:t>
            </a:r>
            <a:endParaRPr lang="en-US" sz="3400" dirty="0"/>
          </a:p>
        </p:txBody>
      </p:sp>
      <p:sp>
        <p:nvSpPr>
          <p:cNvPr id="6" name="Text 2"/>
          <p:cNvSpPr/>
          <p:nvPr/>
        </p:nvSpPr>
        <p:spPr>
          <a:xfrm>
            <a:off x="548640" y="6382512"/>
            <a:ext cx="1109167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B7A8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Copyright © Alcoholics Anonymous World Services, Inc. All rights reserved. Intended for personal use only, and not to be reproduced further or distributed for resale.</a:t>
            </a:r>
            <a:endParaRPr lang="en-US" sz="900" dirty="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home/user/LawStuff/aa-scan-deck/pages/p0122.jp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2096127" y="320040"/>
            <a:ext cx="3992305" cy="5943600"/>
          </a:xfrm>
          <a:prstGeom prst="rect">
            <a:avLst/>
          </a:prstGeom>
        </p:spPr>
      </p:pic>
      <p:pic>
        <p:nvPicPr>
          <p:cNvPr id="3" name="Image 1" descr="/home/user/LawStuff/aa-scan-deck/pages/p0123.jp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088432" y="320040"/>
            <a:ext cx="4004394" cy="5943600"/>
          </a:xfrm>
          <a:prstGeom prst="rect">
            <a:avLst/>
          </a:prstGeom>
        </p:spPr>
      </p:pic>
      <p:sp>
        <p:nvSpPr>
          <p:cNvPr id="4" name="Text 0"/>
          <p:cNvSpPr/>
          <p:nvPr/>
        </p:nvSpPr>
        <p:spPr>
          <a:xfrm>
            <a:off x="411480" y="2926080"/>
            <a:ext cx="1364607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3400" b="1" dirty="0">
                <a:solidFill>
                  <a:srgbClr val="9AAAB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98</a:t>
            </a:r>
            <a:endParaRPr lang="en-US" sz="3400" dirty="0"/>
          </a:p>
        </p:txBody>
      </p:sp>
      <p:sp>
        <p:nvSpPr>
          <p:cNvPr id="5" name="Text 1"/>
          <p:cNvSpPr/>
          <p:nvPr/>
        </p:nvSpPr>
        <p:spPr>
          <a:xfrm>
            <a:off x="10412865" y="2926080"/>
            <a:ext cx="136735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400" b="1" dirty="0">
                <a:solidFill>
                  <a:srgbClr val="9AAAB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99</a:t>
            </a:r>
            <a:endParaRPr lang="en-US" sz="3400" dirty="0"/>
          </a:p>
        </p:txBody>
      </p:sp>
      <p:sp>
        <p:nvSpPr>
          <p:cNvPr id="6" name="Text 2"/>
          <p:cNvSpPr/>
          <p:nvPr/>
        </p:nvSpPr>
        <p:spPr>
          <a:xfrm>
            <a:off x="548640" y="6382512"/>
            <a:ext cx="1109167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B7A8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Copyright © Alcoholics Anonymous World Services, Inc. All rights reserved. Intended for personal use only, and not to be reproduced further or distributed for resale.</a:t>
            </a:r>
            <a:endParaRPr lang="en-US" sz="900" dirty="0"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home/user/LawStuff/aa-scan-deck/pages/p0124.jp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2094667" y="320040"/>
            <a:ext cx="4004298" cy="5943600"/>
          </a:xfrm>
          <a:prstGeom prst="rect">
            <a:avLst/>
          </a:prstGeom>
        </p:spPr>
      </p:pic>
      <p:pic>
        <p:nvPicPr>
          <p:cNvPr id="3" name="Image 1" descr="/home/user/LawStuff/aa-scan-deck/pages/p0125.jp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098965" y="320040"/>
            <a:ext cx="3995320" cy="5943600"/>
          </a:xfrm>
          <a:prstGeom prst="rect">
            <a:avLst/>
          </a:prstGeom>
        </p:spPr>
      </p:pic>
      <p:sp>
        <p:nvSpPr>
          <p:cNvPr id="4" name="Text 0"/>
          <p:cNvSpPr/>
          <p:nvPr/>
        </p:nvSpPr>
        <p:spPr>
          <a:xfrm>
            <a:off x="411480" y="2926080"/>
            <a:ext cx="1363147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3400" b="1" dirty="0">
                <a:solidFill>
                  <a:srgbClr val="9AAAB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100</a:t>
            </a:r>
            <a:endParaRPr lang="en-US" sz="3400" dirty="0"/>
          </a:p>
        </p:txBody>
      </p:sp>
      <p:sp>
        <p:nvSpPr>
          <p:cNvPr id="5" name="Text 1"/>
          <p:cNvSpPr/>
          <p:nvPr/>
        </p:nvSpPr>
        <p:spPr>
          <a:xfrm>
            <a:off x="10414325" y="2926080"/>
            <a:ext cx="136589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400" b="1" dirty="0">
                <a:solidFill>
                  <a:srgbClr val="9AAAB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101</a:t>
            </a:r>
            <a:endParaRPr lang="en-US" sz="3400" dirty="0"/>
          </a:p>
        </p:txBody>
      </p:sp>
      <p:sp>
        <p:nvSpPr>
          <p:cNvPr id="6" name="Text 2"/>
          <p:cNvSpPr/>
          <p:nvPr/>
        </p:nvSpPr>
        <p:spPr>
          <a:xfrm>
            <a:off x="548640" y="6382512"/>
            <a:ext cx="1109167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B7A8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Copyright © Alcoholics Anonymous World Services, Inc. All rights reserved. Intended for personal use only, and not to be reproduced further or distributed for resale.</a:t>
            </a:r>
            <a:endParaRPr lang="en-US" sz="900" dirty="0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home/user/LawStuff/aa-scan-deck/pages/p0126.jp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2102171" y="320040"/>
            <a:ext cx="3992305" cy="5943600"/>
          </a:xfrm>
          <a:prstGeom prst="rect">
            <a:avLst/>
          </a:prstGeom>
        </p:spPr>
      </p:pic>
      <p:pic>
        <p:nvPicPr>
          <p:cNvPr id="3" name="Image 1" descr="/home/user/LawStuff/aa-scan-deck/pages/p0127.jp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094476" y="320040"/>
            <a:ext cx="3992305" cy="5943600"/>
          </a:xfrm>
          <a:prstGeom prst="rect">
            <a:avLst/>
          </a:prstGeom>
        </p:spPr>
      </p:pic>
      <p:sp>
        <p:nvSpPr>
          <p:cNvPr id="4" name="Text 0"/>
          <p:cNvSpPr/>
          <p:nvPr/>
        </p:nvSpPr>
        <p:spPr>
          <a:xfrm>
            <a:off x="411480" y="2926080"/>
            <a:ext cx="1370651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3400" b="1" dirty="0">
                <a:solidFill>
                  <a:srgbClr val="9AAAB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102</a:t>
            </a:r>
            <a:endParaRPr lang="en-US" sz="3400" dirty="0"/>
          </a:p>
        </p:txBody>
      </p:sp>
      <p:sp>
        <p:nvSpPr>
          <p:cNvPr id="5" name="Text 1"/>
          <p:cNvSpPr/>
          <p:nvPr/>
        </p:nvSpPr>
        <p:spPr>
          <a:xfrm>
            <a:off x="10406821" y="2926080"/>
            <a:ext cx="1373394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400" b="1" dirty="0">
                <a:solidFill>
                  <a:srgbClr val="9AAAB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103</a:t>
            </a:r>
            <a:endParaRPr lang="en-US" sz="3400" dirty="0"/>
          </a:p>
        </p:txBody>
      </p:sp>
      <p:sp>
        <p:nvSpPr>
          <p:cNvPr id="6" name="Text 2"/>
          <p:cNvSpPr/>
          <p:nvPr/>
        </p:nvSpPr>
        <p:spPr>
          <a:xfrm>
            <a:off x="548640" y="6382512"/>
            <a:ext cx="1109167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B7A8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Copyright © Alcoholics Anonymous World Services, Inc. All rights reserved. Intended for personal use only, and not to be reproduced further or distributed for resale.</a:t>
            </a:r>
            <a:endParaRPr lang="en-US" sz="900" dirty="0"/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home/user/LawStuff/aa-scan-deck/pages/p0128.jp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2093200" y="320040"/>
            <a:ext cx="4001276" cy="5943600"/>
          </a:xfrm>
          <a:prstGeom prst="rect">
            <a:avLst/>
          </a:prstGeom>
        </p:spPr>
      </p:pic>
      <p:pic>
        <p:nvPicPr>
          <p:cNvPr id="3" name="Image 1" descr="/home/user/LawStuff/aa-scan-deck/pages/p0129.jp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094476" y="320040"/>
            <a:ext cx="4001276" cy="5943600"/>
          </a:xfrm>
          <a:prstGeom prst="rect">
            <a:avLst/>
          </a:prstGeom>
        </p:spPr>
      </p:pic>
      <p:sp>
        <p:nvSpPr>
          <p:cNvPr id="4" name="Text 0"/>
          <p:cNvSpPr/>
          <p:nvPr/>
        </p:nvSpPr>
        <p:spPr>
          <a:xfrm>
            <a:off x="411480" y="2926080"/>
            <a:ext cx="13616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3400" b="1" dirty="0">
                <a:solidFill>
                  <a:srgbClr val="9AAAB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104</a:t>
            </a:r>
            <a:endParaRPr lang="en-US" sz="3400" dirty="0"/>
          </a:p>
        </p:txBody>
      </p:sp>
      <p:sp>
        <p:nvSpPr>
          <p:cNvPr id="5" name="Text 1"/>
          <p:cNvSpPr/>
          <p:nvPr/>
        </p:nvSpPr>
        <p:spPr>
          <a:xfrm>
            <a:off x="10415792" y="2926080"/>
            <a:ext cx="1364423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400" b="1" dirty="0">
                <a:solidFill>
                  <a:srgbClr val="9AAAB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105</a:t>
            </a:r>
            <a:endParaRPr lang="en-US" sz="3400" dirty="0"/>
          </a:p>
        </p:txBody>
      </p:sp>
      <p:sp>
        <p:nvSpPr>
          <p:cNvPr id="6" name="Text 2"/>
          <p:cNvSpPr/>
          <p:nvPr/>
        </p:nvSpPr>
        <p:spPr>
          <a:xfrm>
            <a:off x="548640" y="6382512"/>
            <a:ext cx="1109167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B7A8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Copyright © Alcoholics Anonymous World Services, Inc. All rights reserved. Intended for personal use only, and not to be reproduced further or distributed for resale.</a:t>
            </a:r>
            <a:endParaRPr lang="en-US" sz="900" dirty="0"/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home/user/LawStuff/aa-scan-deck/pages/p0130.jp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2094661" y="320040"/>
            <a:ext cx="3992305" cy="5943600"/>
          </a:xfrm>
          <a:prstGeom prst="rect">
            <a:avLst/>
          </a:prstGeom>
        </p:spPr>
      </p:pic>
      <p:pic>
        <p:nvPicPr>
          <p:cNvPr id="3" name="Image 1" descr="/home/user/LawStuff/aa-scan-deck/pages/p0131.jp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086966" y="320040"/>
            <a:ext cx="4007325" cy="5943600"/>
          </a:xfrm>
          <a:prstGeom prst="rect">
            <a:avLst/>
          </a:prstGeom>
        </p:spPr>
      </p:pic>
      <p:sp>
        <p:nvSpPr>
          <p:cNvPr id="4" name="Text 0"/>
          <p:cNvSpPr/>
          <p:nvPr/>
        </p:nvSpPr>
        <p:spPr>
          <a:xfrm>
            <a:off x="411480" y="2926080"/>
            <a:ext cx="1363141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3400" b="1" dirty="0">
                <a:solidFill>
                  <a:srgbClr val="9AAAB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106</a:t>
            </a:r>
            <a:endParaRPr lang="en-US" sz="3400" dirty="0"/>
          </a:p>
        </p:txBody>
      </p:sp>
      <p:sp>
        <p:nvSpPr>
          <p:cNvPr id="5" name="Text 1"/>
          <p:cNvSpPr/>
          <p:nvPr/>
        </p:nvSpPr>
        <p:spPr>
          <a:xfrm>
            <a:off x="10414331" y="2926080"/>
            <a:ext cx="1365884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400" b="1" dirty="0">
                <a:solidFill>
                  <a:srgbClr val="9AAAB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107</a:t>
            </a:r>
            <a:endParaRPr lang="en-US" sz="3400" dirty="0"/>
          </a:p>
        </p:txBody>
      </p:sp>
      <p:sp>
        <p:nvSpPr>
          <p:cNvPr id="6" name="Text 2"/>
          <p:cNvSpPr/>
          <p:nvPr/>
        </p:nvSpPr>
        <p:spPr>
          <a:xfrm>
            <a:off x="548640" y="6382512"/>
            <a:ext cx="1109167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B7A8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Copyright © Alcoholics Anonymous World Services, Inc. All rights reserved. Intended for personal use only, and not to be reproduced further or distributed for resale.</a:t>
            </a:r>
            <a:endParaRPr lang="en-US" sz="900" dirty="0"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home/user/LawStuff/aa-scan-deck/pages/p0132.jp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2088664" y="320040"/>
            <a:ext cx="4004298" cy="5943600"/>
          </a:xfrm>
          <a:prstGeom prst="rect">
            <a:avLst/>
          </a:prstGeom>
        </p:spPr>
      </p:pic>
      <p:pic>
        <p:nvPicPr>
          <p:cNvPr id="3" name="Image 1" descr="/home/user/LawStuff/aa-scan-deck/pages/p0133.jp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092963" y="320040"/>
            <a:ext cx="4007325" cy="5943600"/>
          </a:xfrm>
          <a:prstGeom prst="rect">
            <a:avLst/>
          </a:prstGeom>
        </p:spPr>
      </p:pic>
      <p:sp>
        <p:nvSpPr>
          <p:cNvPr id="4" name="Text 0"/>
          <p:cNvSpPr/>
          <p:nvPr/>
        </p:nvSpPr>
        <p:spPr>
          <a:xfrm>
            <a:off x="411480" y="2926080"/>
            <a:ext cx="1357144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3400" b="1" dirty="0">
                <a:solidFill>
                  <a:srgbClr val="9AAAB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108</a:t>
            </a:r>
            <a:endParaRPr lang="en-US" sz="3400" dirty="0"/>
          </a:p>
        </p:txBody>
      </p:sp>
      <p:sp>
        <p:nvSpPr>
          <p:cNvPr id="5" name="Text 1"/>
          <p:cNvSpPr/>
          <p:nvPr/>
        </p:nvSpPr>
        <p:spPr>
          <a:xfrm>
            <a:off x="10420328" y="2926080"/>
            <a:ext cx="1359887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400" b="1" dirty="0">
                <a:solidFill>
                  <a:srgbClr val="9AAAB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109</a:t>
            </a:r>
            <a:endParaRPr lang="en-US" sz="3400" dirty="0"/>
          </a:p>
        </p:txBody>
      </p:sp>
      <p:sp>
        <p:nvSpPr>
          <p:cNvPr id="6" name="Text 2"/>
          <p:cNvSpPr/>
          <p:nvPr/>
        </p:nvSpPr>
        <p:spPr>
          <a:xfrm>
            <a:off x="548640" y="6382512"/>
            <a:ext cx="1109167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B7A8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Copyright © Alcoholics Anonymous World Services, Inc. All rights reserved. Intended for personal use only, and not to be reproduced further or distributed for resale.</a:t>
            </a:r>
            <a:endParaRPr lang="en-US" sz="900" dirty="0"/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home/user/LawStuff/aa-scan-deck/pages/p0134.jp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2087929" y="320040"/>
            <a:ext cx="4001276" cy="5943600"/>
          </a:xfrm>
          <a:prstGeom prst="rect">
            <a:avLst/>
          </a:prstGeom>
        </p:spPr>
      </p:pic>
      <p:pic>
        <p:nvPicPr>
          <p:cNvPr id="3" name="Image 1" descr="/home/user/LawStuff/aa-scan-deck/pages/p0135.jp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089205" y="320040"/>
            <a:ext cx="4011818" cy="5943600"/>
          </a:xfrm>
          <a:prstGeom prst="rect">
            <a:avLst/>
          </a:prstGeom>
        </p:spPr>
      </p:pic>
      <p:sp>
        <p:nvSpPr>
          <p:cNvPr id="4" name="Text 0"/>
          <p:cNvSpPr/>
          <p:nvPr/>
        </p:nvSpPr>
        <p:spPr>
          <a:xfrm>
            <a:off x="411480" y="2926080"/>
            <a:ext cx="1356409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3400" b="1" dirty="0">
                <a:solidFill>
                  <a:srgbClr val="9AAAB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110</a:t>
            </a:r>
            <a:endParaRPr lang="en-US" sz="3400" dirty="0"/>
          </a:p>
        </p:txBody>
      </p:sp>
      <p:sp>
        <p:nvSpPr>
          <p:cNvPr id="5" name="Text 1"/>
          <p:cNvSpPr/>
          <p:nvPr/>
        </p:nvSpPr>
        <p:spPr>
          <a:xfrm>
            <a:off x="10421063" y="2926080"/>
            <a:ext cx="1359152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400" b="1" dirty="0">
                <a:solidFill>
                  <a:srgbClr val="9AAAB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111</a:t>
            </a:r>
            <a:endParaRPr lang="en-US" sz="3400" dirty="0"/>
          </a:p>
        </p:txBody>
      </p:sp>
      <p:sp>
        <p:nvSpPr>
          <p:cNvPr id="6" name="Text 2"/>
          <p:cNvSpPr/>
          <p:nvPr/>
        </p:nvSpPr>
        <p:spPr>
          <a:xfrm>
            <a:off x="548640" y="6382512"/>
            <a:ext cx="1109167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B7A8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Copyright © Alcoholics Anonymous World Services, Inc. All rights reserved. Intended for personal use only, and not to be reproduced further or distributed for resale.</a:t>
            </a:r>
            <a:endParaRPr lang="en-US" sz="900" dirty="0"/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home/user/LawStuff/aa-scan-deck/pages/p0136.jp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2094668" y="320040"/>
            <a:ext cx="4001276" cy="5943600"/>
          </a:xfrm>
          <a:prstGeom prst="rect">
            <a:avLst/>
          </a:prstGeom>
        </p:spPr>
      </p:pic>
      <p:pic>
        <p:nvPicPr>
          <p:cNvPr id="3" name="Image 1" descr="/home/user/LawStuff/aa-scan-deck/pages/p0137.jp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095944" y="320040"/>
            <a:ext cx="3998340" cy="5943600"/>
          </a:xfrm>
          <a:prstGeom prst="rect">
            <a:avLst/>
          </a:prstGeom>
        </p:spPr>
      </p:pic>
      <p:sp>
        <p:nvSpPr>
          <p:cNvPr id="4" name="Text 0"/>
          <p:cNvSpPr/>
          <p:nvPr/>
        </p:nvSpPr>
        <p:spPr>
          <a:xfrm>
            <a:off x="411480" y="2926080"/>
            <a:ext cx="1363148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3400" b="1" dirty="0">
                <a:solidFill>
                  <a:srgbClr val="9AAAB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112</a:t>
            </a:r>
            <a:endParaRPr lang="en-US" sz="3400" dirty="0"/>
          </a:p>
        </p:txBody>
      </p:sp>
      <p:sp>
        <p:nvSpPr>
          <p:cNvPr id="5" name="Text 1"/>
          <p:cNvSpPr/>
          <p:nvPr/>
        </p:nvSpPr>
        <p:spPr>
          <a:xfrm>
            <a:off x="10414324" y="2926080"/>
            <a:ext cx="1365891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400" b="1" dirty="0">
                <a:solidFill>
                  <a:srgbClr val="9AAAB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113</a:t>
            </a:r>
            <a:endParaRPr lang="en-US" sz="3400" dirty="0"/>
          </a:p>
        </p:txBody>
      </p:sp>
      <p:sp>
        <p:nvSpPr>
          <p:cNvPr id="6" name="Text 2"/>
          <p:cNvSpPr/>
          <p:nvPr/>
        </p:nvSpPr>
        <p:spPr>
          <a:xfrm>
            <a:off x="548640" y="6382512"/>
            <a:ext cx="1109167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B7A8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Copyright © Alcoholics Anonymous World Services, Inc. All rights reserved. Intended for personal use only, and not to be reproduced further or distributed for resale.</a:t>
            </a:r>
            <a:endParaRPr lang="en-US" sz="900" dirty="0"/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home/user/LawStuff/aa-scan-deck/pages/p0138.jp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2090178" y="320040"/>
            <a:ext cx="4004298" cy="5943600"/>
          </a:xfrm>
          <a:prstGeom prst="rect">
            <a:avLst/>
          </a:prstGeom>
        </p:spPr>
      </p:pic>
      <p:pic>
        <p:nvPicPr>
          <p:cNvPr id="3" name="Image 1" descr="/home/user/LawStuff/aa-scan-deck/pages/p0139.jp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094476" y="320040"/>
            <a:ext cx="4004298" cy="5943600"/>
          </a:xfrm>
          <a:prstGeom prst="rect">
            <a:avLst/>
          </a:prstGeom>
        </p:spPr>
      </p:pic>
      <p:sp>
        <p:nvSpPr>
          <p:cNvPr id="4" name="Text 0"/>
          <p:cNvSpPr/>
          <p:nvPr/>
        </p:nvSpPr>
        <p:spPr>
          <a:xfrm>
            <a:off x="411480" y="2926080"/>
            <a:ext cx="1358658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3400" b="1" dirty="0">
                <a:solidFill>
                  <a:srgbClr val="9AAAB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114</a:t>
            </a:r>
            <a:endParaRPr lang="en-US" sz="3400" dirty="0"/>
          </a:p>
        </p:txBody>
      </p:sp>
      <p:sp>
        <p:nvSpPr>
          <p:cNvPr id="5" name="Text 1"/>
          <p:cNvSpPr/>
          <p:nvPr/>
        </p:nvSpPr>
        <p:spPr>
          <a:xfrm>
            <a:off x="10418814" y="2926080"/>
            <a:ext cx="1361401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400" b="1" dirty="0">
                <a:solidFill>
                  <a:srgbClr val="9AAAB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115</a:t>
            </a:r>
            <a:endParaRPr lang="en-US" sz="3400" dirty="0"/>
          </a:p>
        </p:txBody>
      </p:sp>
      <p:sp>
        <p:nvSpPr>
          <p:cNvPr id="6" name="Text 2"/>
          <p:cNvSpPr/>
          <p:nvPr/>
        </p:nvSpPr>
        <p:spPr>
          <a:xfrm>
            <a:off x="548640" y="6382512"/>
            <a:ext cx="1109167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B7A8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Copyright © Alcoholics Anonymous World Services, Inc. All rights reserved. Intended for personal use only, and not to be reproduced further or distributed for resale.</a:t>
            </a:r>
            <a:endParaRPr lang="en-US" sz="900" dirty="0"/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home/user/LawStuff/aa-scan-deck/pages/p0140.jp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2090175" y="320040"/>
            <a:ext cx="4001276" cy="5943600"/>
          </a:xfrm>
          <a:prstGeom prst="rect">
            <a:avLst/>
          </a:prstGeom>
        </p:spPr>
      </p:pic>
      <p:pic>
        <p:nvPicPr>
          <p:cNvPr id="3" name="Image 1" descr="/home/user/LawStuff/aa-scan-deck/pages/p0141.jp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091452" y="320040"/>
            <a:ext cx="4007325" cy="5943600"/>
          </a:xfrm>
          <a:prstGeom prst="rect">
            <a:avLst/>
          </a:prstGeom>
        </p:spPr>
      </p:pic>
      <p:sp>
        <p:nvSpPr>
          <p:cNvPr id="4" name="Text 0"/>
          <p:cNvSpPr/>
          <p:nvPr/>
        </p:nvSpPr>
        <p:spPr>
          <a:xfrm>
            <a:off x="411480" y="2926080"/>
            <a:ext cx="1358655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3400" b="1" dirty="0">
                <a:solidFill>
                  <a:srgbClr val="9AAAB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116</a:t>
            </a:r>
            <a:endParaRPr lang="en-US" sz="3400" dirty="0"/>
          </a:p>
        </p:txBody>
      </p:sp>
      <p:sp>
        <p:nvSpPr>
          <p:cNvPr id="5" name="Text 1"/>
          <p:cNvSpPr/>
          <p:nvPr/>
        </p:nvSpPr>
        <p:spPr>
          <a:xfrm>
            <a:off x="10418817" y="2926080"/>
            <a:ext cx="1361398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400" b="1" dirty="0">
                <a:solidFill>
                  <a:srgbClr val="9AAAB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117</a:t>
            </a:r>
            <a:endParaRPr lang="en-US" sz="3400" dirty="0"/>
          </a:p>
        </p:txBody>
      </p:sp>
      <p:sp>
        <p:nvSpPr>
          <p:cNvPr id="6" name="Text 2"/>
          <p:cNvSpPr/>
          <p:nvPr/>
        </p:nvSpPr>
        <p:spPr>
          <a:xfrm>
            <a:off x="548640" y="6382512"/>
            <a:ext cx="1109167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B7A8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Copyright © Alcoholics Anonymous World Services, Inc. All rights reserved. Intended for personal use only, and not to be reproduced further or distributed for resale.</a:t>
            </a:r>
            <a:endParaRPr lang="en-US" sz="900" dirty="0"/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home/user/LawStuff/aa-scan-deck/pages/p0142.jp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2090175" y="320040"/>
            <a:ext cx="4001276" cy="5943600"/>
          </a:xfrm>
          <a:prstGeom prst="rect">
            <a:avLst/>
          </a:prstGeom>
        </p:spPr>
      </p:pic>
      <p:pic>
        <p:nvPicPr>
          <p:cNvPr id="3" name="Image 1" descr="/home/user/LawStuff/aa-scan-deck/pages/p0143.jp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091452" y="320040"/>
            <a:ext cx="4007325" cy="5943600"/>
          </a:xfrm>
          <a:prstGeom prst="rect">
            <a:avLst/>
          </a:prstGeom>
        </p:spPr>
      </p:pic>
      <p:sp>
        <p:nvSpPr>
          <p:cNvPr id="4" name="Text 0"/>
          <p:cNvSpPr/>
          <p:nvPr/>
        </p:nvSpPr>
        <p:spPr>
          <a:xfrm>
            <a:off x="411480" y="2926080"/>
            <a:ext cx="1358655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3400" b="1" dirty="0">
                <a:solidFill>
                  <a:srgbClr val="9AAAB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118</a:t>
            </a:r>
            <a:endParaRPr lang="en-US" sz="3400" dirty="0"/>
          </a:p>
        </p:txBody>
      </p:sp>
      <p:sp>
        <p:nvSpPr>
          <p:cNvPr id="5" name="Text 1"/>
          <p:cNvSpPr/>
          <p:nvPr/>
        </p:nvSpPr>
        <p:spPr>
          <a:xfrm>
            <a:off x="10418817" y="2926080"/>
            <a:ext cx="1361398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400" b="1" dirty="0">
                <a:solidFill>
                  <a:srgbClr val="9AAAB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119</a:t>
            </a:r>
            <a:endParaRPr lang="en-US" sz="3400" dirty="0"/>
          </a:p>
        </p:txBody>
      </p:sp>
      <p:sp>
        <p:nvSpPr>
          <p:cNvPr id="6" name="Text 2"/>
          <p:cNvSpPr/>
          <p:nvPr/>
        </p:nvSpPr>
        <p:spPr>
          <a:xfrm>
            <a:off x="548640" y="6382512"/>
            <a:ext cx="1109167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B7A8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Copyright © Alcoholics Anonymous World Services, Inc. All rights reserved. Intended for personal use only, and not to be reproduced further or distributed for resale.</a:t>
            </a:r>
            <a:endParaRPr lang="en-US" sz="900" dirty="0"/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home/user/LawStuff/aa-scan-deck/pages/p0144.jp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2074466" y="320040"/>
            <a:ext cx="4035722" cy="5943600"/>
          </a:xfrm>
          <a:prstGeom prst="rect">
            <a:avLst/>
          </a:prstGeom>
        </p:spPr>
      </p:pic>
      <p:pic>
        <p:nvPicPr>
          <p:cNvPr id="3" name="Image 1" descr="/home/user/LawStuff/aa-scan-deck/pages/p0145.jp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110188" y="320040"/>
            <a:ext cx="4004298" cy="5943600"/>
          </a:xfrm>
          <a:prstGeom prst="rect">
            <a:avLst/>
          </a:prstGeom>
        </p:spPr>
      </p:pic>
      <p:sp>
        <p:nvSpPr>
          <p:cNvPr id="4" name="Text 0"/>
          <p:cNvSpPr/>
          <p:nvPr/>
        </p:nvSpPr>
        <p:spPr>
          <a:xfrm>
            <a:off x="411480" y="2926080"/>
            <a:ext cx="1342946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3400" b="1" dirty="0">
                <a:solidFill>
                  <a:srgbClr val="9AAAB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120</a:t>
            </a:r>
            <a:endParaRPr lang="en-US" sz="3400" dirty="0"/>
          </a:p>
        </p:txBody>
      </p:sp>
      <p:sp>
        <p:nvSpPr>
          <p:cNvPr id="5" name="Text 1"/>
          <p:cNvSpPr/>
          <p:nvPr/>
        </p:nvSpPr>
        <p:spPr>
          <a:xfrm>
            <a:off x="10434526" y="2926080"/>
            <a:ext cx="1345689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400" b="1" dirty="0">
                <a:solidFill>
                  <a:srgbClr val="9AAAB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121</a:t>
            </a:r>
            <a:endParaRPr lang="en-US" sz="3400" dirty="0"/>
          </a:p>
        </p:txBody>
      </p:sp>
      <p:sp>
        <p:nvSpPr>
          <p:cNvPr id="6" name="Text 2"/>
          <p:cNvSpPr/>
          <p:nvPr/>
        </p:nvSpPr>
        <p:spPr>
          <a:xfrm>
            <a:off x="548640" y="6382512"/>
            <a:ext cx="1109167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B7A8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Copyright © Alcoholics Anonymous World Services, Inc. All rights reserved. Intended for personal use only, and not to be reproduced further or distributed for resale.</a:t>
            </a:r>
            <a:endParaRPr lang="en-US" sz="900" dirty="0"/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home/user/LawStuff/aa-scan-deck/pages/p0146.jp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2074475" y="320040"/>
            <a:ext cx="4032677" cy="5943600"/>
          </a:xfrm>
          <a:prstGeom prst="rect">
            <a:avLst/>
          </a:prstGeom>
        </p:spPr>
      </p:pic>
      <p:pic>
        <p:nvPicPr>
          <p:cNvPr id="3" name="Image 1" descr="/home/user/LawStuff/aa-scan-deck/pages/p0147.jp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107152" y="320040"/>
            <a:ext cx="4007325" cy="5943600"/>
          </a:xfrm>
          <a:prstGeom prst="rect">
            <a:avLst/>
          </a:prstGeom>
        </p:spPr>
      </p:pic>
      <p:sp>
        <p:nvSpPr>
          <p:cNvPr id="4" name="Text 0"/>
          <p:cNvSpPr/>
          <p:nvPr/>
        </p:nvSpPr>
        <p:spPr>
          <a:xfrm>
            <a:off x="411480" y="2926080"/>
            <a:ext cx="1342955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3400" b="1" dirty="0">
                <a:solidFill>
                  <a:srgbClr val="9AAAB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122</a:t>
            </a:r>
            <a:endParaRPr lang="en-US" sz="3400" dirty="0"/>
          </a:p>
        </p:txBody>
      </p:sp>
      <p:sp>
        <p:nvSpPr>
          <p:cNvPr id="5" name="Text 1"/>
          <p:cNvSpPr/>
          <p:nvPr/>
        </p:nvSpPr>
        <p:spPr>
          <a:xfrm>
            <a:off x="10434517" y="2926080"/>
            <a:ext cx="1345698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400" b="1" dirty="0">
                <a:solidFill>
                  <a:srgbClr val="9AAAB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123</a:t>
            </a:r>
            <a:endParaRPr lang="en-US" sz="3400" dirty="0"/>
          </a:p>
        </p:txBody>
      </p:sp>
      <p:sp>
        <p:nvSpPr>
          <p:cNvPr id="6" name="Text 2"/>
          <p:cNvSpPr/>
          <p:nvPr/>
        </p:nvSpPr>
        <p:spPr>
          <a:xfrm>
            <a:off x="548640" y="6382512"/>
            <a:ext cx="1109167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B7A8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Copyright © Alcoholics Anonymous World Services, Inc. All rights reserved. Intended for personal use only, and not to be reproduced further or distributed for resale.</a:t>
            </a:r>
            <a:endParaRPr lang="en-US" sz="900" dirty="0"/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home/user/LawStuff/aa-scan-deck/pages/p0148.jp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2072952" y="320040"/>
            <a:ext cx="4035722" cy="5943600"/>
          </a:xfrm>
          <a:prstGeom prst="rect">
            <a:avLst/>
          </a:prstGeom>
        </p:spPr>
      </p:pic>
      <p:pic>
        <p:nvPicPr>
          <p:cNvPr id="3" name="Image 1" descr="/home/user/LawStuff/aa-scan-deck/pages/p0149.jp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108675" y="320040"/>
            <a:ext cx="4007325" cy="5943600"/>
          </a:xfrm>
          <a:prstGeom prst="rect">
            <a:avLst/>
          </a:prstGeom>
        </p:spPr>
      </p:pic>
      <p:sp>
        <p:nvSpPr>
          <p:cNvPr id="4" name="Text 0"/>
          <p:cNvSpPr/>
          <p:nvPr/>
        </p:nvSpPr>
        <p:spPr>
          <a:xfrm>
            <a:off x="411480" y="2926080"/>
            <a:ext cx="1341432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3400" b="1" dirty="0">
                <a:solidFill>
                  <a:srgbClr val="9AAAB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124</a:t>
            </a:r>
            <a:endParaRPr lang="en-US" sz="3400" dirty="0"/>
          </a:p>
        </p:txBody>
      </p:sp>
      <p:sp>
        <p:nvSpPr>
          <p:cNvPr id="5" name="Text 1"/>
          <p:cNvSpPr/>
          <p:nvPr/>
        </p:nvSpPr>
        <p:spPr>
          <a:xfrm>
            <a:off x="10436040" y="2926080"/>
            <a:ext cx="1344175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400" b="1" dirty="0">
                <a:solidFill>
                  <a:srgbClr val="9AAAB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125</a:t>
            </a:r>
            <a:endParaRPr lang="en-US" sz="3400" dirty="0"/>
          </a:p>
        </p:txBody>
      </p:sp>
      <p:sp>
        <p:nvSpPr>
          <p:cNvPr id="6" name="Text 2"/>
          <p:cNvSpPr/>
          <p:nvPr/>
        </p:nvSpPr>
        <p:spPr>
          <a:xfrm>
            <a:off x="548640" y="6382512"/>
            <a:ext cx="1109167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B7A8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Copyright © Alcoholics Anonymous World Services, Inc. All rights reserved. Intended for personal use only, and not to be reproduced further or distributed for resale.</a:t>
            </a:r>
            <a:endParaRPr lang="en-US" sz="900" dirty="0"/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home/user/LawStuff/aa-scan-deck/pages/p0150.jp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2071427" y="320040"/>
            <a:ext cx="4038773" cy="5943600"/>
          </a:xfrm>
          <a:prstGeom prst="rect">
            <a:avLst/>
          </a:prstGeom>
        </p:spPr>
      </p:pic>
      <p:pic>
        <p:nvPicPr>
          <p:cNvPr id="3" name="Image 1" descr="/home/user/LawStuff/aa-scan-deck/pages/p0151.jp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110200" y="320040"/>
            <a:ext cx="4007325" cy="5943600"/>
          </a:xfrm>
          <a:prstGeom prst="rect">
            <a:avLst/>
          </a:prstGeom>
        </p:spPr>
      </p:pic>
      <p:sp>
        <p:nvSpPr>
          <p:cNvPr id="4" name="Text 0"/>
          <p:cNvSpPr/>
          <p:nvPr/>
        </p:nvSpPr>
        <p:spPr>
          <a:xfrm>
            <a:off x="411480" y="2926080"/>
            <a:ext cx="1339907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3400" b="1" dirty="0">
                <a:solidFill>
                  <a:srgbClr val="9AAAB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126</a:t>
            </a:r>
            <a:endParaRPr lang="en-US" sz="3400" dirty="0"/>
          </a:p>
        </p:txBody>
      </p:sp>
      <p:sp>
        <p:nvSpPr>
          <p:cNvPr id="5" name="Text 1"/>
          <p:cNvSpPr/>
          <p:nvPr/>
        </p:nvSpPr>
        <p:spPr>
          <a:xfrm>
            <a:off x="10437565" y="2926080"/>
            <a:ext cx="134265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400" b="1" dirty="0">
                <a:solidFill>
                  <a:srgbClr val="9AAAB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127</a:t>
            </a:r>
            <a:endParaRPr lang="en-US" sz="3400" dirty="0"/>
          </a:p>
        </p:txBody>
      </p:sp>
      <p:sp>
        <p:nvSpPr>
          <p:cNvPr id="6" name="Text 2"/>
          <p:cNvSpPr/>
          <p:nvPr/>
        </p:nvSpPr>
        <p:spPr>
          <a:xfrm>
            <a:off x="548640" y="6382512"/>
            <a:ext cx="1109167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B7A8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Copyright © Alcoholics Anonymous World Services, Inc. All rights reserved. Intended for personal use only, and not to be reproduced further or distributed for resale.</a:t>
            </a:r>
            <a:endParaRPr lang="en-US" sz="900" dirty="0"/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home/user/LawStuff/aa-scan-deck/pages/p0152.jp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2066935" y="320040"/>
            <a:ext cx="4038773" cy="5943600"/>
          </a:xfrm>
          <a:prstGeom prst="rect">
            <a:avLst/>
          </a:prstGeom>
        </p:spPr>
      </p:pic>
      <p:pic>
        <p:nvPicPr>
          <p:cNvPr id="3" name="Image 1" descr="/home/user/LawStuff/aa-scan-deck/pages/p0153.jp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105707" y="320040"/>
            <a:ext cx="4016310" cy="5943600"/>
          </a:xfrm>
          <a:prstGeom prst="rect">
            <a:avLst/>
          </a:prstGeom>
        </p:spPr>
      </p:pic>
      <p:sp>
        <p:nvSpPr>
          <p:cNvPr id="4" name="Text 0"/>
          <p:cNvSpPr/>
          <p:nvPr/>
        </p:nvSpPr>
        <p:spPr>
          <a:xfrm>
            <a:off x="411480" y="2926080"/>
            <a:ext cx="1335415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3400" b="1" dirty="0">
                <a:solidFill>
                  <a:srgbClr val="9AAAB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128</a:t>
            </a:r>
            <a:endParaRPr lang="en-US" sz="3400" dirty="0"/>
          </a:p>
        </p:txBody>
      </p:sp>
      <p:sp>
        <p:nvSpPr>
          <p:cNvPr id="5" name="Text 1"/>
          <p:cNvSpPr/>
          <p:nvPr/>
        </p:nvSpPr>
        <p:spPr>
          <a:xfrm>
            <a:off x="10442057" y="2926080"/>
            <a:ext cx="1338158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400" b="1" dirty="0">
                <a:solidFill>
                  <a:srgbClr val="9AAAB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129</a:t>
            </a:r>
            <a:endParaRPr lang="en-US" sz="3400" dirty="0"/>
          </a:p>
        </p:txBody>
      </p:sp>
      <p:sp>
        <p:nvSpPr>
          <p:cNvPr id="6" name="Text 2"/>
          <p:cNvSpPr/>
          <p:nvPr/>
        </p:nvSpPr>
        <p:spPr>
          <a:xfrm>
            <a:off x="548640" y="6382512"/>
            <a:ext cx="1109167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B7A8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Copyright © Alcoholics Anonymous World Services, Inc. All rights reserved. Intended for personal use only, and not to be reproduced further or distributed for resale.</a:t>
            </a:r>
            <a:endParaRPr lang="en-US" sz="900" dirty="0"/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home/user/LawStuff/aa-scan-deck/pages/p0154.jp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2066231" y="320040"/>
            <a:ext cx="4046134" cy="5943600"/>
          </a:xfrm>
          <a:prstGeom prst="rect">
            <a:avLst/>
          </a:prstGeom>
        </p:spPr>
      </p:pic>
      <p:pic>
        <p:nvPicPr>
          <p:cNvPr id="3" name="Image 1" descr="/home/user/LawStuff/aa-scan-deck/pages/p0155.jp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112365" y="320040"/>
            <a:ext cx="4010356" cy="5943600"/>
          </a:xfrm>
          <a:prstGeom prst="rect">
            <a:avLst/>
          </a:prstGeom>
        </p:spPr>
      </p:pic>
      <p:sp>
        <p:nvSpPr>
          <p:cNvPr id="4" name="Text 0"/>
          <p:cNvSpPr/>
          <p:nvPr/>
        </p:nvSpPr>
        <p:spPr>
          <a:xfrm>
            <a:off x="411480" y="2926080"/>
            <a:ext cx="1334711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3400" b="1" dirty="0">
                <a:solidFill>
                  <a:srgbClr val="9AAAB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130</a:t>
            </a:r>
            <a:endParaRPr lang="en-US" sz="3400" dirty="0"/>
          </a:p>
        </p:txBody>
      </p:sp>
      <p:sp>
        <p:nvSpPr>
          <p:cNvPr id="5" name="Text 1"/>
          <p:cNvSpPr/>
          <p:nvPr/>
        </p:nvSpPr>
        <p:spPr>
          <a:xfrm>
            <a:off x="10442761" y="2926080"/>
            <a:ext cx="1337454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400" b="1" dirty="0">
                <a:solidFill>
                  <a:srgbClr val="9AAAB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131</a:t>
            </a:r>
            <a:endParaRPr lang="en-US" sz="3400" dirty="0"/>
          </a:p>
        </p:txBody>
      </p:sp>
      <p:sp>
        <p:nvSpPr>
          <p:cNvPr id="6" name="Text 2"/>
          <p:cNvSpPr/>
          <p:nvPr/>
        </p:nvSpPr>
        <p:spPr>
          <a:xfrm>
            <a:off x="548640" y="6382512"/>
            <a:ext cx="1109167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B7A8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Copyright © Alcoholics Anonymous World Services, Inc. All rights reserved. Intended for personal use only, and not to be reproduced further or distributed for resale.</a:t>
            </a:r>
            <a:endParaRPr lang="en-US" sz="900" dirty="0"/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home/user/LawStuff/aa-scan-deck/pages/p0156.jp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2063171" y="320040"/>
            <a:ext cx="4047758" cy="5943600"/>
          </a:xfrm>
          <a:prstGeom prst="rect">
            <a:avLst/>
          </a:prstGeom>
        </p:spPr>
      </p:pic>
      <p:pic>
        <p:nvPicPr>
          <p:cNvPr id="3" name="Image 1" descr="/home/user/LawStuff/aa-scan-deck/pages/p0157.jp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110929" y="320040"/>
            <a:ext cx="4014852" cy="5943600"/>
          </a:xfrm>
          <a:prstGeom prst="rect">
            <a:avLst/>
          </a:prstGeom>
        </p:spPr>
      </p:pic>
      <p:sp>
        <p:nvSpPr>
          <p:cNvPr id="4" name="Text 0"/>
          <p:cNvSpPr/>
          <p:nvPr/>
        </p:nvSpPr>
        <p:spPr>
          <a:xfrm>
            <a:off x="411480" y="2926080"/>
            <a:ext cx="1331651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3400" b="1" dirty="0">
                <a:solidFill>
                  <a:srgbClr val="9AAAB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132</a:t>
            </a:r>
            <a:endParaRPr lang="en-US" sz="3400" dirty="0"/>
          </a:p>
        </p:txBody>
      </p:sp>
      <p:sp>
        <p:nvSpPr>
          <p:cNvPr id="5" name="Text 1"/>
          <p:cNvSpPr/>
          <p:nvPr/>
        </p:nvSpPr>
        <p:spPr>
          <a:xfrm>
            <a:off x="10445821" y="2926080"/>
            <a:ext cx="1334394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400" b="1" dirty="0">
                <a:solidFill>
                  <a:srgbClr val="9AAAB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133</a:t>
            </a:r>
            <a:endParaRPr lang="en-US" sz="3400" dirty="0"/>
          </a:p>
        </p:txBody>
      </p:sp>
      <p:sp>
        <p:nvSpPr>
          <p:cNvPr id="6" name="Text 2"/>
          <p:cNvSpPr/>
          <p:nvPr/>
        </p:nvSpPr>
        <p:spPr>
          <a:xfrm>
            <a:off x="548640" y="6382512"/>
            <a:ext cx="1109167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B7A8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Copyright © Alcoholics Anonymous World Services, Inc. All rights reserved. Intended for personal use only, and not to be reproduced further or distributed for resale.</a:t>
            </a:r>
            <a:endParaRPr lang="en-US" sz="900" dirty="0"/>
          </a:p>
        </p:txBody>
      </p:sp>
    </p:spTree>
  </p:cSld>
  <p:clrMapOvr>
    <a:masterClrMapping/>
  </p:clrMapOvr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home/user/LawStuff/aa-scan-deck/pages/p0158.jp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2066935" y="320040"/>
            <a:ext cx="4047758" cy="5943600"/>
          </a:xfrm>
          <a:prstGeom prst="rect">
            <a:avLst/>
          </a:prstGeom>
        </p:spPr>
      </p:pic>
      <p:pic>
        <p:nvPicPr>
          <p:cNvPr id="3" name="Image 1" descr="/home/user/LawStuff/aa-scan-deck/pages/p0159.jp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114692" y="320040"/>
            <a:ext cx="4007325" cy="5943600"/>
          </a:xfrm>
          <a:prstGeom prst="rect">
            <a:avLst/>
          </a:prstGeom>
        </p:spPr>
      </p:pic>
      <p:sp>
        <p:nvSpPr>
          <p:cNvPr id="4" name="Text 0"/>
          <p:cNvSpPr/>
          <p:nvPr/>
        </p:nvSpPr>
        <p:spPr>
          <a:xfrm>
            <a:off x="411480" y="2926080"/>
            <a:ext cx="1335415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3400" b="1" dirty="0">
                <a:solidFill>
                  <a:srgbClr val="9AAAB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134</a:t>
            </a:r>
            <a:endParaRPr lang="en-US" sz="3400" dirty="0"/>
          </a:p>
        </p:txBody>
      </p:sp>
      <p:sp>
        <p:nvSpPr>
          <p:cNvPr id="5" name="Text 1"/>
          <p:cNvSpPr/>
          <p:nvPr/>
        </p:nvSpPr>
        <p:spPr>
          <a:xfrm>
            <a:off x="10442057" y="2926080"/>
            <a:ext cx="1338158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400" b="1" dirty="0">
                <a:solidFill>
                  <a:srgbClr val="9AAAB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135</a:t>
            </a:r>
            <a:endParaRPr lang="en-US" sz="3400" dirty="0"/>
          </a:p>
        </p:txBody>
      </p:sp>
      <p:sp>
        <p:nvSpPr>
          <p:cNvPr id="6" name="Text 2"/>
          <p:cNvSpPr/>
          <p:nvPr/>
        </p:nvSpPr>
        <p:spPr>
          <a:xfrm>
            <a:off x="548640" y="6382512"/>
            <a:ext cx="1109167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B7A8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Copyright © Alcoholics Anonymous World Services, Inc. All rights reserved. Intended for personal use only, and not to be reproduced further or distributed for resale.</a:t>
            </a:r>
            <a:endParaRPr lang="en-US" sz="900" dirty="0"/>
          </a:p>
        </p:txBody>
      </p:sp>
    </p:spTree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home/user/LawStuff/aa-scan-deck/pages/p0160.jp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2066219" y="320040"/>
            <a:ext cx="4049190" cy="5943600"/>
          </a:xfrm>
          <a:prstGeom prst="rect">
            <a:avLst/>
          </a:prstGeom>
        </p:spPr>
      </p:pic>
      <p:pic>
        <p:nvPicPr>
          <p:cNvPr id="3" name="Image 1" descr="/home/user/LawStuff/aa-scan-deck/pages/p0161.jp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115408" y="320040"/>
            <a:ext cx="4007325" cy="5943600"/>
          </a:xfrm>
          <a:prstGeom prst="rect">
            <a:avLst/>
          </a:prstGeom>
        </p:spPr>
      </p:pic>
      <p:sp>
        <p:nvSpPr>
          <p:cNvPr id="4" name="Text 0"/>
          <p:cNvSpPr/>
          <p:nvPr/>
        </p:nvSpPr>
        <p:spPr>
          <a:xfrm>
            <a:off x="411480" y="2926080"/>
            <a:ext cx="1334699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3400" b="1" dirty="0">
                <a:solidFill>
                  <a:srgbClr val="9AAAB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136</a:t>
            </a:r>
            <a:endParaRPr lang="en-US" sz="3400" dirty="0"/>
          </a:p>
        </p:txBody>
      </p:sp>
      <p:sp>
        <p:nvSpPr>
          <p:cNvPr id="5" name="Text 1"/>
          <p:cNvSpPr/>
          <p:nvPr/>
        </p:nvSpPr>
        <p:spPr>
          <a:xfrm>
            <a:off x="10442773" y="2926080"/>
            <a:ext cx="1337442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400" b="1" dirty="0">
                <a:solidFill>
                  <a:srgbClr val="9AAAB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137</a:t>
            </a:r>
            <a:endParaRPr lang="en-US" sz="3400" dirty="0"/>
          </a:p>
        </p:txBody>
      </p:sp>
      <p:sp>
        <p:nvSpPr>
          <p:cNvPr id="6" name="Text 2"/>
          <p:cNvSpPr/>
          <p:nvPr/>
        </p:nvSpPr>
        <p:spPr>
          <a:xfrm>
            <a:off x="548640" y="6382512"/>
            <a:ext cx="1109167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B7A8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Copyright © Alcoholics Anonymous World Services, Inc. All rights reserved. Intended for personal use only, and not to be reproduced further or distributed for resale.</a:t>
            </a:r>
            <a:endParaRPr lang="en-US" sz="900" dirty="0"/>
          </a:p>
        </p:txBody>
      </p:sp>
    </p:spTree>
  </p:cSld>
  <p:clrMapOvr>
    <a:masterClrMapping/>
  </p:clrMapOvr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home/user/LawStuff/aa-scan-deck/pages/p0162.jp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2063988" y="320040"/>
            <a:ext cx="4050619" cy="5943600"/>
          </a:xfrm>
          <a:prstGeom prst="rect">
            <a:avLst/>
          </a:prstGeom>
        </p:spPr>
      </p:pic>
      <p:pic>
        <p:nvPicPr>
          <p:cNvPr id="3" name="Image 1" descr="/home/user/LawStuff/aa-scan-deck/pages/p0163.jp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114608" y="320040"/>
            <a:ext cx="4010356" cy="5943600"/>
          </a:xfrm>
          <a:prstGeom prst="rect">
            <a:avLst/>
          </a:prstGeom>
        </p:spPr>
      </p:pic>
      <p:sp>
        <p:nvSpPr>
          <p:cNvPr id="4" name="Text 0"/>
          <p:cNvSpPr/>
          <p:nvPr/>
        </p:nvSpPr>
        <p:spPr>
          <a:xfrm>
            <a:off x="411480" y="2926080"/>
            <a:ext cx="1332468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3400" b="1" dirty="0">
                <a:solidFill>
                  <a:srgbClr val="9AAAB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138</a:t>
            </a:r>
            <a:endParaRPr lang="en-US" sz="3400" dirty="0"/>
          </a:p>
        </p:txBody>
      </p:sp>
      <p:sp>
        <p:nvSpPr>
          <p:cNvPr id="5" name="Text 1"/>
          <p:cNvSpPr/>
          <p:nvPr/>
        </p:nvSpPr>
        <p:spPr>
          <a:xfrm>
            <a:off x="10445004" y="2926080"/>
            <a:ext cx="1335211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400" b="1" dirty="0">
                <a:solidFill>
                  <a:srgbClr val="9AAAB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139</a:t>
            </a:r>
            <a:endParaRPr lang="en-US" sz="3400" dirty="0"/>
          </a:p>
        </p:txBody>
      </p:sp>
      <p:sp>
        <p:nvSpPr>
          <p:cNvPr id="6" name="Text 2"/>
          <p:cNvSpPr/>
          <p:nvPr/>
        </p:nvSpPr>
        <p:spPr>
          <a:xfrm>
            <a:off x="548640" y="6382512"/>
            <a:ext cx="1109167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B7A8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Copyright © Alcoholics Anonymous World Services, Inc. All rights reserved. Intended for personal use only, and not to be reproduced further or distributed for resale.</a:t>
            </a:r>
            <a:endParaRPr lang="en-US" sz="900" dirty="0"/>
          </a:p>
        </p:txBody>
      </p:sp>
    </p:spTree>
  </p:cSld>
  <p:clrMapOvr>
    <a:masterClrMapping/>
  </p:clrMapOvr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home/user/LawStuff/aa-scan-deck/pages/p0164.jp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070597" y="320040"/>
            <a:ext cx="4047758" cy="5943600"/>
          </a:xfrm>
          <a:prstGeom prst="rect">
            <a:avLst/>
          </a:prstGeom>
        </p:spPr>
      </p:pic>
      <p:sp>
        <p:nvSpPr>
          <p:cNvPr id="3" name="Text 0"/>
          <p:cNvSpPr/>
          <p:nvPr/>
        </p:nvSpPr>
        <p:spPr>
          <a:xfrm>
            <a:off x="411480" y="2926080"/>
            <a:ext cx="3339077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3400" b="1" dirty="0">
                <a:solidFill>
                  <a:srgbClr val="9AAAB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140</a:t>
            </a:r>
            <a:endParaRPr lang="en-US" sz="3400" dirty="0"/>
          </a:p>
        </p:txBody>
      </p:sp>
      <p:sp>
        <p:nvSpPr>
          <p:cNvPr id="4" name="Text 1"/>
          <p:cNvSpPr/>
          <p:nvPr/>
        </p:nvSpPr>
        <p:spPr>
          <a:xfrm>
            <a:off x="548640" y="6382512"/>
            <a:ext cx="1109167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B7A8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Copyright © Alcoholics Anonymous World Services, Inc. All rights reserved. Intended for personal use only, and not to be reproduced further or distributed for resale.</a:t>
            </a:r>
            <a:endParaRPr lang="en-US" sz="9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37</Slides>
  <Notes>37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37</vt:i4>
      </vt:variant>
    </vt:vector>
  </HeadingPairs>
  <TitlesOfParts>
    <vt:vector size="40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  <vt:lpstr>Slide 19</vt:lpstr>
      <vt:lpstr>Slide 20</vt:lpstr>
      <vt:lpstr>Slide 21</vt:lpstr>
      <vt:lpstr>Slide 22</vt:lpstr>
      <vt:lpstr>Slide 23</vt:lpstr>
      <vt:lpstr>Slide 24</vt:lpstr>
      <vt:lpstr>Slide 25</vt:lpstr>
      <vt:lpstr>Slide 26</vt:lpstr>
      <vt:lpstr>Slide 27</vt:lpstr>
      <vt:lpstr>Slide 28</vt:lpstr>
      <vt:lpstr>Slide 29</vt:lpstr>
      <vt:lpstr>Slide 30</vt:lpstr>
      <vt:lpstr>Slide 31</vt:lpstr>
      <vt:lpstr>Slide 32</vt:lpstr>
      <vt:lpstr>Slide 33</vt:lpstr>
      <vt:lpstr>Slide 34</vt:lpstr>
      <vt:lpstr>Slide 35</vt:lpstr>
      <vt:lpstr>Slide 36</vt:lpstr>
      <vt:lpstr>Slide 37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PptxGenJS</dc:creator>
  <cp:lastModifiedBy>PptxGenJS</cp:lastModifiedBy>
  <cp:revision>1</cp:revision>
  <dcterms:created xsi:type="dcterms:W3CDTF">2026-08-19T03:07:50Z</dcterms:created>
  <dcterms:modified xsi:type="dcterms:W3CDTF">2026-08-19T03:07:50Z</dcterms:modified>
</cp:coreProperties>
</file>
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A.A. District 23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Action — Pages 73 to 140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5306" y="320040"/>
            <a:ext cx="3998340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7646" y="320040"/>
            <a:ext cx="3998340" cy="5943600"/>
          </a:xfrm>
          <a:prstGeom prst="rect">
            <a:avLst/>
          </a:prstGeom>
        </p:spPr>
      </p:pic>
      <p:pic>
        <p:nvPicPr>
          <p:cNvPr id="3" name="Image 1" descr="/home/user/LawStuff/aa-scan-deck/pages/p009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6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422" y="320040"/>
            <a:ext cx="3995320" cy="5943600"/>
          </a:xfrm>
          <a:prstGeom prst="rect">
            <a:avLst/>
          </a:prstGeom>
        </p:spPr>
      </p:pic>
      <p:pic>
        <p:nvPicPr>
          <p:cNvPr id="3" name="Image 1" descr="/home/user/LawStuff/aa-scan-deck/pages/p01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742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145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0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450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930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0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235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907" y="320040"/>
            <a:ext cx="3995320" cy="5943600"/>
          </a:xfrm>
          <a:prstGeom prst="rect">
            <a:avLst/>
          </a:prstGeom>
        </p:spPr>
      </p:pic>
      <p:pic>
        <p:nvPicPr>
          <p:cNvPr id="3" name="Image 1" descr="/home/user/LawStuff/aa-scan-deck/pages/p010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227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05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10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230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3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5442" y="320040"/>
            <a:ext cx="3996791" cy="5943600"/>
          </a:xfrm>
          <a:prstGeom prst="rect">
            <a:avLst/>
          </a:prstGeom>
        </p:spPr>
      </p:pic>
      <p:pic>
        <p:nvPicPr>
          <p:cNvPr id="3" name="Image 1" descr="/home/user/LawStuff/aa-scan-deck/pages/p011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233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667" y="320040"/>
            <a:ext cx="3995320" cy="5943600"/>
          </a:xfrm>
          <a:prstGeom prst="rect">
            <a:avLst/>
          </a:prstGeom>
        </p:spPr>
      </p:pic>
      <p:pic>
        <p:nvPicPr>
          <p:cNvPr id="3" name="Image 1" descr="/home/user/LawStuff/aa-scan-deck/pages/p011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87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1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3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6178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1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4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421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2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698" y="320040"/>
            <a:ext cx="400283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6127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2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432" y="320040"/>
            <a:ext cx="4004394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667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2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65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2171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2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399230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200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2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661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3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966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3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3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2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3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05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668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3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44" y="320040"/>
            <a:ext cx="399834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8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3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5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4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5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5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5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466" y="320040"/>
            <a:ext cx="4035722" cy="5943600"/>
          </a:xfrm>
          <a:prstGeom prst="rect">
            <a:avLst/>
          </a:prstGeom>
        </p:spPr>
      </p:pic>
      <p:pic>
        <p:nvPicPr>
          <p:cNvPr id="3" name="Image 1" descr="/home/user/LawStuff/aa-scan-deck/pages/p014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188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475" y="320040"/>
            <a:ext cx="4032677" cy="5943600"/>
          </a:xfrm>
          <a:prstGeom prst="rect">
            <a:avLst/>
          </a:prstGeom>
        </p:spPr>
      </p:pic>
      <p:pic>
        <p:nvPicPr>
          <p:cNvPr id="3" name="Image 1" descr="/home/user/LawStuff/aa-scan-deck/pages/p014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715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952" y="320040"/>
            <a:ext cx="4035722" cy="5943600"/>
          </a:xfrm>
          <a:prstGeom prst="rect">
            <a:avLst/>
          </a:prstGeom>
        </p:spPr>
      </p:pic>
      <p:pic>
        <p:nvPicPr>
          <p:cNvPr id="3" name="Image 1" descr="/home/user/LawStuff/aa-scan-deck/pages/p014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675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427" y="320040"/>
            <a:ext cx="4038773" cy="5943600"/>
          </a:xfrm>
          <a:prstGeom prst="rect">
            <a:avLst/>
          </a:prstGeom>
        </p:spPr>
      </p:pic>
      <p:pic>
        <p:nvPicPr>
          <p:cNvPr id="3" name="Image 1" descr="/home/user/LawStuff/aa-scan-deck/pages/p015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200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935" y="320040"/>
            <a:ext cx="4038773" cy="5943600"/>
          </a:xfrm>
          <a:prstGeom prst="rect">
            <a:avLst/>
          </a:prstGeom>
        </p:spPr>
      </p:pic>
      <p:pic>
        <p:nvPicPr>
          <p:cNvPr id="3" name="Image 1" descr="/home/user/LawStuff/aa-scan-deck/pages/p015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5707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231" y="320040"/>
            <a:ext cx="4046134" cy="5943600"/>
          </a:xfrm>
          <a:prstGeom prst="rect">
            <a:avLst/>
          </a:prstGeom>
        </p:spPr>
      </p:pic>
      <p:pic>
        <p:nvPicPr>
          <p:cNvPr id="3" name="Image 1" descr="/home/user/LawStuff/aa-scan-deck/pages/p015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2365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3171" y="320040"/>
            <a:ext cx="4047758" cy="5943600"/>
          </a:xfrm>
          <a:prstGeom prst="rect">
            <a:avLst/>
          </a:prstGeom>
        </p:spPr>
      </p:pic>
      <p:pic>
        <p:nvPicPr>
          <p:cNvPr id="3" name="Image 1" descr="/home/user/LawStuff/aa-scan-deck/pages/p015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929" y="320040"/>
            <a:ext cx="4014852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935" y="320040"/>
            <a:ext cx="4047758" cy="5943600"/>
          </a:xfrm>
          <a:prstGeom prst="rect">
            <a:avLst/>
          </a:prstGeom>
        </p:spPr>
      </p:pic>
      <p:pic>
        <p:nvPicPr>
          <p:cNvPr id="3" name="Image 1" descr="/home/user/LawStuff/aa-scan-deck/pages/p015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69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219" y="320040"/>
            <a:ext cx="4049190" cy="5943600"/>
          </a:xfrm>
          <a:prstGeom prst="rect">
            <a:avLst/>
          </a:prstGeom>
        </p:spPr>
      </p:pic>
      <p:pic>
        <p:nvPicPr>
          <p:cNvPr id="3" name="Image 1" descr="/home/user/LawStuff/aa-scan-deck/pages/p016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408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3988" y="320040"/>
            <a:ext cx="4050619" cy="5943600"/>
          </a:xfrm>
          <a:prstGeom prst="rect">
            <a:avLst/>
          </a:prstGeom>
        </p:spPr>
      </p:pic>
      <p:pic>
        <p:nvPicPr>
          <p:cNvPr id="3" name="Image 1" descr="/home/user/LawStuff/aa-scan-deck/pages/p016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608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0597" y="320040"/>
            <a:ext cx="404775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2026-08-18T22:03:00Z</dcterms:created>
  <dcterms:modified xsi:type="dcterms:W3CDTF">2026-08-18T22:03:00Z</dcterms:modified>
</cp:coreProperties>
</file>
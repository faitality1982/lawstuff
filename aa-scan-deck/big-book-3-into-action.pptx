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Book Study Group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9077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District 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Action — Pages 73 to 140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2A3B5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069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Court Street, Port Huron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 ·  7:00 PM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Notice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materials are copyright © by Alcoholics Anonymous World Services, Inc. ("A.A.W.S."). All rights reserved. Individual printing or photocopying of a single copy is permitted. Intended for personal use only, and not to be reproduced further or distributed for resale.”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at the request of A.A. World Services, Inc. Reproduced with permission for use during this A.A. meeting.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6021" y="54864"/>
            <a:ext cx="4539654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855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908" y="54864"/>
            <a:ext cx="4539654" cy="6748272"/>
          </a:xfrm>
          <a:prstGeom prst="rect">
            <a:avLst/>
          </a:prstGeom>
        </p:spPr>
      </p:pic>
      <p:pic>
        <p:nvPicPr>
          <p:cNvPr id="3" name="Image 1" descr="/home/user/lawstuff/aa-scan-deck/pages/p009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562" y="54864"/>
            <a:ext cx="453622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778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1666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77" y="54864"/>
            <a:ext cx="4536225" cy="6748272"/>
          </a:xfrm>
          <a:prstGeom prst="rect">
            <a:avLst/>
          </a:prstGeom>
        </p:spPr>
      </p:pic>
      <p:pic>
        <p:nvPicPr>
          <p:cNvPr id="3" name="Image 1" descr="/home/user/lawstuff/aa-scan-deck/pages/p01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202" y="54864"/>
            <a:ext cx="455151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85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259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798" y="54864"/>
            <a:ext cx="4532802" cy="6748272"/>
          </a:xfrm>
          <a:prstGeom prst="rect">
            <a:avLst/>
          </a:prstGeom>
        </p:spPr>
      </p:pic>
      <p:pic>
        <p:nvPicPr>
          <p:cNvPr id="3" name="Image 1" descr="/home/user/lawstuff/aa-scan-deck/pages/p01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00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267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177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689" y="54864"/>
            <a:ext cx="4532802" cy="6748272"/>
          </a:xfrm>
          <a:prstGeom prst="rect">
            <a:avLst/>
          </a:prstGeom>
        </p:spPr>
      </p:pic>
      <p:pic>
        <p:nvPicPr>
          <p:cNvPr id="3" name="Image 1" descr="/home/user/lawstuff/aa-scan-deck/pages/p01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90" y="54864"/>
            <a:ext cx="455151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356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088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257" y="54864"/>
            <a:ext cx="4536225" cy="6748272"/>
          </a:xfrm>
          <a:prstGeom prst="rect">
            <a:avLst/>
          </a:prstGeom>
        </p:spPr>
      </p:pic>
      <p:pic>
        <p:nvPicPr>
          <p:cNvPr id="3" name="Image 1" descr="/home/user/lawstuff/aa-scan-deck/pages/p010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82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13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431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44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10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297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332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13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10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11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9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759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86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Eleventh Step Inventory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8892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7F9FB"/>
          </a:solidFill>
          <a:ln w="19050">
            <a:solidFill>
              <a:srgbClr val="AEBBC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154680" y="1600200"/>
            <a:ext cx="5852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Handout.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image into this frame in PowerPoint.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406" y="54864"/>
            <a:ext cx="4537895" cy="6748272"/>
          </a:xfrm>
          <a:prstGeom prst="rect">
            <a:avLst/>
          </a:prstGeom>
        </p:spPr>
      </p:pic>
      <p:pic>
        <p:nvPicPr>
          <p:cNvPr id="3" name="Image 1" descr="/home/user/lawstuff/aa-scan-deck/pages/p011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301" y="54864"/>
            <a:ext cx="45429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528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1916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526" y="54864"/>
            <a:ext cx="4536225" cy="6748272"/>
          </a:xfrm>
          <a:prstGeom prst="rect">
            <a:avLst/>
          </a:prstGeom>
        </p:spPr>
      </p:pic>
      <p:pic>
        <p:nvPicPr>
          <p:cNvPr id="3" name="Image 1" descr="/home/user/lawstuff/aa-scan-deck/pages/p011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751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4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005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10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11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9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759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86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241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1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29" y="54864"/>
            <a:ext cx="453622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612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1833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7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64" y="54864"/>
            <a:ext cx="45447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8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25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183" y="54864"/>
            <a:ext cx="4532802" cy="6748272"/>
          </a:xfrm>
          <a:prstGeom prst="rect">
            <a:avLst/>
          </a:prstGeom>
        </p:spPr>
      </p:pic>
      <p:pic>
        <p:nvPicPr>
          <p:cNvPr id="3" name="Image 1" descr="/home/user/lawstuff/aa-scan-deck/pages/p01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985" y="54864"/>
            <a:ext cx="454652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606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1839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526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12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944" y="54864"/>
            <a:ext cx="453622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4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005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046" y="54864"/>
            <a:ext cx="4532802" cy="6748272"/>
          </a:xfrm>
          <a:prstGeom prst="rect">
            <a:avLst/>
          </a:prstGeom>
        </p:spPr>
      </p:pic>
      <p:pic>
        <p:nvPicPr>
          <p:cNvPr id="3" name="Image 1" descr="/home/user/lawstuff/aa-scan-deck/pages/p01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32802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292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1152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860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2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429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274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171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519" y="54864"/>
            <a:ext cx="4532802" cy="6748272"/>
          </a:xfrm>
          <a:prstGeom prst="rect">
            <a:avLst/>
          </a:prstGeom>
        </p:spPr>
      </p:pic>
      <p:pic>
        <p:nvPicPr>
          <p:cNvPr id="3" name="Image 1" descr="/home/user/lawstuff/aa-scan-deck/pages/p01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321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00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10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1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9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759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86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7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3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63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527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3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514" y="54864"/>
            <a:ext cx="453965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40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004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29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13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30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14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2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4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14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3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14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2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1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14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3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14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590" y="54864"/>
            <a:ext cx="4582097" cy="6748272"/>
          </a:xfrm>
          <a:prstGeom prst="rect">
            <a:avLst/>
          </a:prstGeom>
        </p:spPr>
      </p:pic>
      <p:pic>
        <p:nvPicPr>
          <p:cNvPr id="3" name="Image 1" descr="/home/user/lawstuff/aa-scan-deck/pages/p014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687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47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298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00" y="54864"/>
            <a:ext cx="4578639" cy="6748272"/>
          </a:xfrm>
          <a:prstGeom prst="rect">
            <a:avLst/>
          </a:prstGeom>
        </p:spPr>
      </p:pic>
      <p:pic>
        <p:nvPicPr>
          <p:cNvPr id="3" name="Image 1" descr="/home/user/lawstuff/aa-scan-deck/pages/p014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239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48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297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871" y="54864"/>
            <a:ext cx="4582097" cy="6748272"/>
          </a:xfrm>
          <a:prstGeom prst="rect">
            <a:avLst/>
          </a:prstGeom>
        </p:spPr>
      </p:pic>
      <p:pic>
        <p:nvPicPr>
          <p:cNvPr id="3" name="Image 1" descr="/home/user/lawstuff/aa-scan-deck/pages/p014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968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975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470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140" y="54864"/>
            <a:ext cx="4585560" cy="6748272"/>
          </a:xfrm>
          <a:prstGeom prst="rect">
            <a:avLst/>
          </a:prstGeom>
        </p:spPr>
      </p:pic>
      <p:pic>
        <p:nvPicPr>
          <p:cNvPr id="3" name="Image 1" descr="/home/user/lawstuff/aa-scan-deck/pages/p015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700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802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643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039" y="54864"/>
            <a:ext cx="4585560" cy="6748272"/>
          </a:xfrm>
          <a:prstGeom prst="rect">
            <a:avLst/>
          </a:prstGeom>
        </p:spPr>
      </p:pic>
      <p:pic>
        <p:nvPicPr>
          <p:cNvPr id="3" name="Image 1" descr="/home/user/lawstuff/aa-scan-deck/pages/p015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599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291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153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240" y="54864"/>
            <a:ext cx="4593918" cy="6748272"/>
          </a:xfrm>
          <a:prstGeom prst="rect">
            <a:avLst/>
          </a:prstGeom>
        </p:spPr>
      </p:pic>
      <p:pic>
        <p:nvPicPr>
          <p:cNvPr id="3" name="Image 1" descr="/home/user/lawstuff/aa-scan-deck/pages/p015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158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212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233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766" y="54864"/>
            <a:ext cx="4595762" cy="6748272"/>
          </a:xfrm>
          <a:prstGeom prst="rect">
            <a:avLst/>
          </a:prstGeom>
        </p:spPr>
      </p:pic>
      <p:pic>
        <p:nvPicPr>
          <p:cNvPr id="3" name="Image 1" descr="/home/user/lawstuff/aa-scan-deck/pages/p015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28" y="54864"/>
            <a:ext cx="4558402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4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580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039" y="54864"/>
            <a:ext cx="4595762" cy="6748272"/>
          </a:xfrm>
          <a:prstGeom prst="rect">
            <a:avLst/>
          </a:prstGeom>
        </p:spPr>
      </p:pic>
      <p:pic>
        <p:nvPicPr>
          <p:cNvPr id="3" name="Image 1" descr="/home/user/lawstuff/aa-scan-deck/pages/p015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801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291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153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226" y="54864"/>
            <a:ext cx="4597388" cy="6748272"/>
          </a:xfrm>
          <a:prstGeom prst="rect">
            <a:avLst/>
          </a:prstGeom>
        </p:spPr>
      </p:pic>
      <p:pic>
        <p:nvPicPr>
          <p:cNvPr id="3" name="Image 1" descr="/home/user/lawstuff/aa-scan-deck/pages/p016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614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21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234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Hank Parkhurst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136</a:t>
            </a:r>
            <a:endParaRPr lang="en-US" sz="1600" dirty="0"/>
          </a:p>
        </p:txBody>
      </p:sp>
      <p:pic>
        <p:nvPicPr>
          <p:cNvPr id="4" name="Image 0" descr="/home/user/lawstuff/aa-scan-deck/photos/hank-parkhur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448" y="2328418"/>
            <a:ext cx="2082800" cy="260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54448" y="2328418"/>
            <a:ext cx="2082800" cy="26035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10, To Employers.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Henry G. Parkhurst, 1895-1954.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694" y="54864"/>
            <a:ext cx="4599011" cy="6748272"/>
          </a:xfrm>
          <a:prstGeom prst="rect">
            <a:avLst/>
          </a:prstGeom>
        </p:spPr>
      </p:pic>
      <p:pic>
        <p:nvPicPr>
          <p:cNvPr id="3" name="Image 1" descr="/home/user/lawstuff/aa-scan-deck/pages/p016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705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957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488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7967" y="54864"/>
            <a:ext cx="4595762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784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2026-09-25T02:39:12Z</dcterms:created>
  <dcterms:modified xsi:type="dcterms:W3CDTF">2026-09-25T02:39:12Z</dcterms:modified>
</cp:coreProperties>
</file>
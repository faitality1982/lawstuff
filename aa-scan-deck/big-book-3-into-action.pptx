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 — Pages 73 to 140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6021" y="54864"/>
            <a:ext cx="4539654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4855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908" y="54864"/>
            <a:ext cx="4539654" cy="6748272"/>
          </a:xfrm>
          <a:prstGeom prst="rect">
            <a:avLst/>
          </a:prstGeom>
        </p:spPr>
      </p:pic>
      <p:pic>
        <p:nvPicPr>
          <p:cNvPr id="3" name="Image 1" descr="/home/user/LawStuff/aa-scan-deck/pages/p00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62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778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666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977" y="54864"/>
            <a:ext cx="4536225" cy="6748272"/>
          </a:xfrm>
          <a:prstGeom prst="rect">
            <a:avLst/>
          </a:prstGeom>
        </p:spPr>
      </p:pic>
      <p:pic>
        <p:nvPicPr>
          <p:cNvPr id="3" name="Image 1" descr="/home/user/LawStuff/aa-scan-deck/pages/p01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202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85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259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798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0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600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67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7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3689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90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356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8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257" y="54864"/>
            <a:ext cx="4536225" cy="6748272"/>
          </a:xfrm>
          <a:prstGeom prst="rect">
            <a:avLst/>
          </a:prstGeom>
        </p:spPr>
      </p:pic>
      <p:pic>
        <p:nvPicPr>
          <p:cNvPr id="3" name="Image 1" descr="/home/user/LawStuff/aa-scan-deck/pages/p01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82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013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43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1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9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5406" y="54864"/>
            <a:ext cx="4537895" cy="6748272"/>
          </a:xfrm>
          <a:prstGeom prst="rect">
            <a:avLst/>
          </a:prstGeom>
        </p:spPr>
      </p:pic>
      <p:pic>
        <p:nvPicPr>
          <p:cNvPr id="3" name="Image 1" descr="/home/user/LawStuff/aa-scan-deck/pages/p01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301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52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916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26" y="54864"/>
            <a:ext cx="4536225" cy="6748272"/>
          </a:xfrm>
          <a:prstGeom prst="rect">
            <a:avLst/>
          </a:prstGeom>
        </p:spPr>
      </p:pic>
      <p:pic>
        <p:nvPicPr>
          <p:cNvPr id="3" name="Image 1" descr="/home/user/LawStuff/aa-scan-deck/pages/p01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51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4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5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6241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9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612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833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9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64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18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25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6183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985" y="54864"/>
            <a:ext cx="454652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606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839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26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44" y="54864"/>
            <a:ext cx="453622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4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5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046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3280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0292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115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2860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274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171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19" y="54864"/>
            <a:ext cx="4532802" cy="6748272"/>
          </a:xfrm>
          <a:prstGeom prst="rect">
            <a:avLst/>
          </a:prstGeom>
        </p:spPr>
      </p:pic>
      <p:pic>
        <p:nvPicPr>
          <p:cNvPr id="3" name="Image 1" descr="/home/user/LawStuff/aa-scan-deck/pages/p01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321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527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14" y="54864"/>
            <a:ext cx="453965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40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004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9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1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4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2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14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1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590" y="54864"/>
            <a:ext cx="4582097" cy="6748272"/>
          </a:xfrm>
          <a:prstGeom prst="rect">
            <a:avLst/>
          </a:prstGeom>
        </p:spPr>
      </p:pic>
      <p:pic>
        <p:nvPicPr>
          <p:cNvPr id="3" name="Image 1" descr="/home/user/LawStuff/aa-scan-deck/pages/p014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3687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147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29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00" y="54864"/>
            <a:ext cx="4578639" cy="6748272"/>
          </a:xfrm>
          <a:prstGeom prst="rect">
            <a:avLst/>
          </a:prstGeom>
        </p:spPr>
      </p:pic>
      <p:pic>
        <p:nvPicPr>
          <p:cNvPr id="3" name="Image 1" descr="/home/user/LawStuff/aa-scan-deck/pages/p014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239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148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297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4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871" y="54864"/>
            <a:ext cx="4582097" cy="6748272"/>
          </a:xfrm>
          <a:prstGeom prst="rect">
            <a:avLst/>
          </a:prstGeom>
        </p:spPr>
      </p:pic>
      <p:pic>
        <p:nvPicPr>
          <p:cNvPr id="3" name="Image 1" descr="/home/user/LawStuff/aa-scan-deck/pages/p014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1968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975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470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140" y="54864"/>
            <a:ext cx="4585560" cy="6748272"/>
          </a:xfrm>
          <a:prstGeom prst="rect">
            <a:avLst/>
          </a:prstGeom>
        </p:spPr>
      </p:pic>
      <p:pic>
        <p:nvPicPr>
          <p:cNvPr id="3" name="Image 1" descr="/home/user/LawStuff/aa-scan-deck/pages/p015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3700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802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643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039" y="54864"/>
            <a:ext cx="4585560" cy="6748272"/>
          </a:xfrm>
          <a:prstGeom prst="rect">
            <a:avLst/>
          </a:prstGeom>
        </p:spPr>
      </p:pic>
      <p:pic>
        <p:nvPicPr>
          <p:cNvPr id="3" name="Image 1" descr="/home/user/LawStuff/aa-scan-deck/pages/p01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599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91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153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240" y="54864"/>
            <a:ext cx="4593918" cy="6748272"/>
          </a:xfrm>
          <a:prstGeom prst="rect">
            <a:avLst/>
          </a:prstGeom>
        </p:spPr>
      </p:pic>
      <p:pic>
        <p:nvPicPr>
          <p:cNvPr id="3" name="Image 1" descr="/home/user/LawStuff/aa-scan-deck/pages/p015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6158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12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233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8766" y="54864"/>
            <a:ext cx="4595762" cy="6748272"/>
          </a:xfrm>
          <a:prstGeom prst="rect">
            <a:avLst/>
          </a:prstGeom>
        </p:spPr>
      </p:pic>
      <p:pic>
        <p:nvPicPr>
          <p:cNvPr id="3" name="Image 1" descr="/home/user/LawStuff/aa-scan-deck/pages/p015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528" y="54864"/>
            <a:ext cx="4558402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864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580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5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039" y="54864"/>
            <a:ext cx="4595762" cy="6748272"/>
          </a:xfrm>
          <a:prstGeom prst="rect">
            <a:avLst/>
          </a:prstGeom>
        </p:spPr>
      </p:pic>
      <p:pic>
        <p:nvPicPr>
          <p:cNvPr id="3" name="Image 1" descr="/home/user/LawStuff/aa-scan-deck/pages/p015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801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91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153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226" y="54864"/>
            <a:ext cx="4597388" cy="6748272"/>
          </a:xfrm>
          <a:prstGeom prst="rect">
            <a:avLst/>
          </a:prstGeom>
        </p:spPr>
      </p:pic>
      <p:pic>
        <p:nvPicPr>
          <p:cNvPr id="3" name="Image 1" descr="/home/user/LawStuff/aa-scan-deck/pages/p016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614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1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23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9694" y="54864"/>
            <a:ext cx="4599011" cy="6748272"/>
          </a:xfrm>
          <a:prstGeom prst="rect">
            <a:avLst/>
          </a:prstGeom>
        </p:spPr>
      </p:pic>
      <p:pic>
        <p:nvPicPr>
          <p:cNvPr id="3" name="Image 1" descr="/home/user/LawStuff/aa-scan-deck/pages/p016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8705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5957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488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7967" y="54864"/>
            <a:ext cx="4595762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784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2026-08-20T01:28:41Z</dcterms:created>
  <dcterms:modified xsi:type="dcterms:W3CDTF">2026-08-20T01:28:41Z</dcterms:modified>
</cp:coreProperties>
</file>
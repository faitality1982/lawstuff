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 — Pages 73 to 140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3686" y="2926080"/>
            <a:ext cx="33665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46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6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612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1346" y="2926080"/>
            <a:ext cx="13688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42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0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45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2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47" y="2926080"/>
            <a:ext cx="13643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0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3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24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062" y="2926080"/>
            <a:ext cx="13651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0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7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3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85" y="2926080"/>
            <a:ext cx="1362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1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442" y="320040"/>
            <a:ext cx="3996791" cy="5943600"/>
          </a:xfrm>
          <a:prstGeom prst="rect">
            <a:avLst/>
          </a:prstGeom>
        </p:spPr>
      </p:pic>
      <p:pic>
        <p:nvPicPr>
          <p:cNvPr id="3" name="Image 1" descr="/home/user/LawStuff/aa-scan-deck/pages/p01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3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9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3550" y="2926080"/>
            <a:ext cx="1366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3995320" cy="5943600"/>
          </a:xfrm>
          <a:prstGeom prst="rect">
            <a:avLst/>
          </a:prstGeom>
        </p:spPr>
      </p:pic>
      <p:pic>
        <p:nvPicPr>
          <p:cNvPr id="3" name="Image 1" descr="/home/user/LawStuff/aa-scan-deck/pages/p01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5" y="2926080"/>
            <a:ext cx="13658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7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4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4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2814" y="2926080"/>
            <a:ext cx="1367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1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8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1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127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432" y="320040"/>
            <a:ext cx="400439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2865" y="2926080"/>
            <a:ext cx="13673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5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5" y="2926080"/>
            <a:ext cx="13658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217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399230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706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06821" y="2926080"/>
            <a:ext cx="1373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200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792" y="2926080"/>
            <a:ext cx="13644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1" y="320040"/>
            <a:ext cx="3992305" cy="5943600"/>
          </a:xfrm>
          <a:prstGeom prst="rect">
            <a:avLst/>
          </a:prstGeom>
        </p:spPr>
      </p:pic>
      <p:pic>
        <p:nvPicPr>
          <p:cNvPr id="3" name="Image 1" descr="/home/user/LawStuff/aa-scan-deck/pages/p01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6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31" y="2926080"/>
            <a:ext cx="13658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4668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44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31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4324" y="2926080"/>
            <a:ext cx="13658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1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4" y="2926080"/>
            <a:ext cx="1361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1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188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9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4526" y="2926080"/>
            <a:ext cx="13456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75" y="320040"/>
            <a:ext cx="4032677" cy="5943600"/>
          </a:xfrm>
          <a:prstGeom prst="rect">
            <a:avLst/>
          </a:prstGeom>
        </p:spPr>
      </p:pic>
      <p:pic>
        <p:nvPicPr>
          <p:cNvPr id="3" name="Image 1" descr="/home/user/LawStuff/aa-scan-deck/pages/p01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1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9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4517" y="2926080"/>
            <a:ext cx="13456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952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1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675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1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6040" y="2926080"/>
            <a:ext cx="1344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427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200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99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7565" y="2926080"/>
            <a:ext cx="13426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38773" cy="5943600"/>
          </a:xfrm>
          <a:prstGeom prst="rect">
            <a:avLst/>
          </a:prstGeom>
        </p:spPr>
      </p:pic>
      <p:pic>
        <p:nvPicPr>
          <p:cNvPr id="3" name="Image 1" descr="/home/user/LawStuff/aa-scan-deck/pages/p01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570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057" y="2926080"/>
            <a:ext cx="1338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31" y="320040"/>
            <a:ext cx="4046134" cy="5943600"/>
          </a:xfrm>
          <a:prstGeom prst="rect">
            <a:avLst/>
          </a:prstGeom>
        </p:spPr>
      </p:pic>
      <p:pic>
        <p:nvPicPr>
          <p:cNvPr id="3" name="Image 1" descr="/home/user/LawStuff/aa-scan-deck/pages/p01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365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47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761" y="2926080"/>
            <a:ext cx="13374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71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929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16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5821" y="2926080"/>
            <a:ext cx="1334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935" y="320040"/>
            <a:ext cx="4047758" cy="5943600"/>
          </a:xfrm>
          <a:prstGeom prst="rect">
            <a:avLst/>
          </a:prstGeom>
        </p:spPr>
      </p:pic>
      <p:pic>
        <p:nvPicPr>
          <p:cNvPr id="3" name="Image 1" descr="/home/user/LawStuff/aa-scan-deck/pages/p01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9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057" y="2926080"/>
            <a:ext cx="1338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219" y="320040"/>
            <a:ext cx="4049190" cy="5943600"/>
          </a:xfrm>
          <a:prstGeom prst="rect">
            <a:avLst/>
          </a:prstGeom>
        </p:spPr>
      </p:pic>
      <p:pic>
        <p:nvPicPr>
          <p:cNvPr id="3" name="Image 1" descr="/home/user/LawStuff/aa-scan-deck/pages/p01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08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46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773" y="2926080"/>
            <a:ext cx="13374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988" y="320040"/>
            <a:ext cx="4050619" cy="5943600"/>
          </a:xfrm>
          <a:prstGeom prst="rect">
            <a:avLst/>
          </a:prstGeom>
        </p:spPr>
      </p:pic>
      <p:pic>
        <p:nvPicPr>
          <p:cNvPr id="3" name="Image 1" descr="/home/user/LawStuff/aa-scan-deck/pages/p01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608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24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5004" y="2926080"/>
            <a:ext cx="13352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597" y="320040"/>
            <a:ext cx="404775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390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2026-08-19T03:20:32Z</dcterms:created>
  <dcterms:modified xsi:type="dcterms:W3CDTF">2026-08-19T03:20:32Z</dcterms:modified>
</cp:coreProperties>
</file>
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 — Pages 73 to 140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6021" y="54864"/>
            <a:ext cx="4539654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4855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908" y="54864"/>
            <a:ext cx="4539654" cy="6748272"/>
          </a:xfrm>
          <a:prstGeom prst="rect">
            <a:avLst/>
          </a:prstGeom>
        </p:spPr>
      </p:pic>
      <p:pic>
        <p:nvPicPr>
          <p:cNvPr id="3" name="Image 1" descr="/home/user/LawStuff/aa-scan-deck/pages/p00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2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778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666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7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202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798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0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600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7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3689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90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356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8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257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82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3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3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1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Eleventh Step Inventory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86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5406" y="54864"/>
            <a:ext cx="4537895" cy="6748272"/>
          </a:xfrm>
          <a:prstGeom prst="rect">
            <a:avLst/>
          </a:prstGeom>
        </p:spPr>
      </p:pic>
      <p:pic>
        <p:nvPicPr>
          <p:cNvPr id="3" name="Image 1" descr="/home/user/LawStuff/aa-scan-deck/pages/p01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301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52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916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6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51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6241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9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612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833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4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6183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985" y="54864"/>
            <a:ext cx="454652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606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83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6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4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046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328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29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15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60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7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1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19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21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7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14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4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9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4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590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1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3687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47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29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00" y="54864"/>
            <a:ext cx="4578639" cy="6748272"/>
          </a:xfrm>
          <a:prstGeom prst="rect">
            <a:avLst/>
          </a:prstGeom>
        </p:spPr>
      </p:pic>
      <p:pic>
        <p:nvPicPr>
          <p:cNvPr id="3" name="Image 1" descr="/home/user/LawStuff/aa-scan-deck/pages/p01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23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48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297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871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1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96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97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470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140" y="54864"/>
            <a:ext cx="4585560" cy="6748272"/>
          </a:xfrm>
          <a:prstGeom prst="rect">
            <a:avLst/>
          </a:prstGeom>
        </p:spPr>
      </p:pic>
      <p:pic>
        <p:nvPicPr>
          <p:cNvPr id="3" name="Image 1" descr="/home/user/LawStuff/aa-scan-deck/pages/p01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370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802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64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039" y="54864"/>
            <a:ext cx="4585560" cy="6748272"/>
          </a:xfrm>
          <a:prstGeom prst="rect">
            <a:avLst/>
          </a:prstGeom>
        </p:spPr>
      </p:pic>
      <p:pic>
        <p:nvPicPr>
          <p:cNvPr id="3" name="Image 1" descr="/home/user/LawStuff/aa-scan-deck/pages/p01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599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91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5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240" y="54864"/>
            <a:ext cx="4593918" cy="6748272"/>
          </a:xfrm>
          <a:prstGeom prst="rect">
            <a:avLst/>
          </a:prstGeom>
        </p:spPr>
      </p:pic>
      <p:pic>
        <p:nvPicPr>
          <p:cNvPr id="3" name="Image 1" descr="/home/user/LawStuff/aa-scan-deck/pages/p01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158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12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233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8766" y="54864"/>
            <a:ext cx="4595762" cy="6748272"/>
          </a:xfrm>
          <a:prstGeom prst="rect">
            <a:avLst/>
          </a:prstGeom>
        </p:spPr>
      </p:pic>
      <p:pic>
        <p:nvPicPr>
          <p:cNvPr id="3" name="Image 1" descr="/home/user/LawStuff/aa-scan-deck/pages/p01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28" y="54864"/>
            <a:ext cx="45584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864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58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039" y="54864"/>
            <a:ext cx="4595762" cy="6748272"/>
          </a:xfrm>
          <a:prstGeom prst="rect">
            <a:avLst/>
          </a:prstGeom>
        </p:spPr>
      </p:pic>
      <p:pic>
        <p:nvPicPr>
          <p:cNvPr id="3" name="Image 1" descr="/home/user/LawStuff/aa-scan-deck/pages/p01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801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91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5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226" y="54864"/>
            <a:ext cx="4597388" cy="6748272"/>
          </a:xfrm>
          <a:prstGeom prst="rect">
            <a:avLst/>
          </a:prstGeom>
        </p:spPr>
      </p:pic>
      <p:pic>
        <p:nvPicPr>
          <p:cNvPr id="3" name="Image 1" descr="/home/user/LawStuff/aa-scan-deck/pages/p01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6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1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23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Hank Parkhurst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10, To Employers.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9694" y="54864"/>
            <a:ext cx="4599011" cy="6748272"/>
          </a:xfrm>
          <a:prstGeom prst="rect">
            <a:avLst/>
          </a:prstGeom>
        </p:spPr>
      </p:pic>
      <p:pic>
        <p:nvPicPr>
          <p:cNvPr id="3" name="Image 1" descr="/home/user/LawStuff/aa-scan-deck/pages/p01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705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957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488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7967" y="54864"/>
            <a:ext cx="4595762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78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2026-09-07T20:24:21Z</dcterms:created>
  <dcterms:modified xsi:type="dcterms:W3CDTF">2026-09-07T20:24:21Z</dcterms:modified>
</cp:coreProperties>
</file>
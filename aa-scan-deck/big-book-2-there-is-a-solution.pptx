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Book Study Group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22960" y="2907792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District 23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364992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E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Solution — Pages 17 to 72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2A3B54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0690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903 Court Street, Port Huron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A9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  ·  7:00 PM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Copyright Notice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91672" cy="2011680"/>
          </a:xfrm>
          <a:prstGeom prst="roundRect">
            <a:avLst>
              <a:gd name="adj" fmla="val 4545"/>
            </a:avLst>
          </a:prstGeom>
          <a:solidFill>
            <a:srgbClr val="F1F4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3736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“These materials are copyright © by Alcoholics Anonymous World Services, Inc. ("A.A.W.S."). All rights reserved. Individual printing or photocopying of a single copy is permitted. Intended for personal use only, and not to be reproduced further or distributed for resale.”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at the request of A.A. World Services, Inc. Reproduced with permission for use during this A.A. meeting.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8370" y="54864"/>
            <a:ext cx="4554956" cy="67482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5620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Fellowship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88920" y="1600200"/>
            <a:ext cx="6583680" cy="4069080"/>
          </a:xfrm>
          <a:prstGeom prst="roundRect">
            <a:avLst>
              <a:gd name="adj" fmla="val 1798"/>
            </a:avLst>
          </a:prstGeom>
          <a:solidFill>
            <a:srgbClr val="F7F9FB"/>
          </a:solidFill>
          <a:ln w="19050">
            <a:solidFill>
              <a:srgbClr val="AEBBC9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154680" y="1600200"/>
            <a:ext cx="58521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Diagram.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image into this frame in PowerPoint.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88920" y="58064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0313" y="54864"/>
            <a:ext cx="4548081" cy="6748272"/>
          </a:xfrm>
          <a:prstGeom prst="rect">
            <a:avLst/>
          </a:prstGeom>
        </p:spPr>
      </p:pic>
      <p:pic>
        <p:nvPicPr>
          <p:cNvPr id="3" name="Image 1" descr="/home/user/lawstuff/aa-scan-deck/pages/p004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394" y="54864"/>
            <a:ext cx="4542988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019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426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880" y="54864"/>
            <a:ext cx="4548081" cy="6748272"/>
          </a:xfrm>
          <a:prstGeom prst="rect">
            <a:avLst/>
          </a:prstGeom>
        </p:spPr>
      </p:pic>
      <p:pic>
        <p:nvPicPr>
          <p:cNvPr id="3" name="Image 1" descr="/home/user/lawstuff/aa-scan-deck/pages/p004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960" y="54864"/>
            <a:ext cx="45498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676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769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4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0261" y="54864"/>
            <a:ext cx="4546419" cy="6748272"/>
          </a:xfrm>
          <a:prstGeom prst="rect">
            <a:avLst/>
          </a:prstGeom>
        </p:spPr>
      </p:pic>
      <p:pic>
        <p:nvPicPr>
          <p:cNvPr id="3" name="Image 1" descr="/home/user/lawstuff/aa-scan-deck/pages/p004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80" y="54864"/>
            <a:ext cx="45447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0141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4314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883" y="54864"/>
            <a:ext cx="4553174" cy="6748272"/>
          </a:xfrm>
          <a:prstGeom prst="rect">
            <a:avLst/>
          </a:prstGeom>
        </p:spPr>
      </p:pic>
      <p:pic>
        <p:nvPicPr>
          <p:cNvPr id="3" name="Image 1" descr="/home/user/lawstuff/aa-scan-deck/pages/p004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057" y="54864"/>
            <a:ext cx="45447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676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769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947" y="54864"/>
            <a:ext cx="4529383" cy="6748272"/>
          </a:xfrm>
          <a:prstGeom prst="rect">
            <a:avLst/>
          </a:prstGeom>
        </p:spPr>
      </p:pic>
      <p:pic>
        <p:nvPicPr>
          <p:cNvPr id="3" name="Image 1" descr="/home/user/lawstuff/aa-scan-deck/pages/p005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330" y="54864"/>
            <a:ext cx="4546419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7827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1662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Carl Jung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26</a:t>
            </a:r>
            <a:endParaRPr lang="en-US" sz="1600" dirty="0"/>
          </a:p>
        </p:txBody>
      </p:sp>
      <p:pic>
        <p:nvPicPr>
          <p:cNvPr id="4" name="Image 0" descr="/home/user/lawstuff/aa-scan-deck/photos/carl-ju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7296" y="1572768"/>
            <a:ext cx="3337103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27296" y="1572768"/>
            <a:ext cx="3337103" cy="4114800"/>
          </a:xfrm>
          <a:prstGeom prst="rect">
            <a:avLst/>
          </a:prstGeom>
          <a:ln w="9525">
            <a:solidFill>
              <a:srgbClr val="D3DA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87044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 Unknown photographer, circa 1935. Wikimedia Commons, PDM-owner.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5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429" y="54864"/>
            <a:ext cx="4546419" cy="6748272"/>
          </a:xfrm>
          <a:prstGeom prst="rect">
            <a:avLst/>
          </a:prstGeom>
        </p:spPr>
      </p:pic>
      <p:pic>
        <p:nvPicPr>
          <p:cNvPr id="3" name="Image 1" descr="/home/user/lawstuff/aa-scan-deck/pages/p005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54864"/>
            <a:ext cx="4546419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930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5147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William James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28</a:t>
            </a:r>
            <a:endParaRPr lang="en-US" sz="1600" dirty="0"/>
          </a:p>
        </p:txBody>
      </p:sp>
      <p:pic>
        <p:nvPicPr>
          <p:cNvPr id="4" name="Image 0" descr="/home/user/lawstuff/aa-scan-deck/photos/william-jam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4568" y="1572768"/>
            <a:ext cx="3102559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44568" y="1572768"/>
            <a:ext cx="3102559" cy="4114800"/>
          </a:xfrm>
          <a:prstGeom prst="rect">
            <a:avLst/>
          </a:prstGeom>
          <a:ln w="9525">
            <a:solidFill>
              <a:srgbClr val="D3DA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87044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 Alice Boughton, circa 1907. Wikimedia Commons, Public domain.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144" y="54864"/>
            <a:ext cx="4546419" cy="6748272"/>
          </a:xfrm>
          <a:prstGeom prst="rect">
            <a:avLst/>
          </a:prstGeom>
        </p:spPr>
      </p:pic>
      <p:pic>
        <p:nvPicPr>
          <p:cNvPr id="3" name="Image 1" descr="/home/user/lawstuff/aa-scan-deck/pages/p005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563" y="54864"/>
            <a:ext cx="4542988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1024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3431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5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0313" y="54864"/>
            <a:ext cx="4548081" cy="6748272"/>
          </a:xfrm>
          <a:prstGeom prst="rect">
            <a:avLst/>
          </a:prstGeom>
        </p:spPr>
      </p:pic>
      <p:pic>
        <p:nvPicPr>
          <p:cNvPr id="3" name="Image 1" descr="/home/user/lawstuff/aa-scan-deck/pages/p005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394" y="54864"/>
            <a:ext cx="4542988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019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426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5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159" y="54864"/>
            <a:ext cx="4548081" cy="6748272"/>
          </a:xfrm>
          <a:prstGeom prst="rect">
            <a:avLst/>
          </a:prstGeom>
        </p:spPr>
      </p:pic>
      <p:pic>
        <p:nvPicPr>
          <p:cNvPr id="3" name="Image 1" descr="/home/user/lawstuff/aa-scan-deck/pages/p005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239" y="54864"/>
            <a:ext cx="4553297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503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941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6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3695" y="54864"/>
            <a:ext cx="4548081" cy="6748272"/>
          </a:xfrm>
          <a:prstGeom prst="rect">
            <a:avLst/>
          </a:prstGeom>
        </p:spPr>
      </p:pic>
      <p:pic>
        <p:nvPicPr>
          <p:cNvPr id="3" name="Image 1" descr="/home/user/lawstuff/aa-scan-deck/pages/p006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775" y="54864"/>
            <a:ext cx="453622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3575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0881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6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977" y="54864"/>
            <a:ext cx="4546419" cy="6748272"/>
          </a:xfrm>
          <a:prstGeom prst="rect">
            <a:avLst/>
          </a:prstGeom>
        </p:spPr>
      </p:pic>
      <p:pic>
        <p:nvPicPr>
          <p:cNvPr id="3" name="Image 1" descr="/home/user/lawstuff/aa-scan-deck/pages/p006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396" y="54864"/>
            <a:ext cx="4541322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1857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2598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876" y="54864"/>
            <a:ext cx="4542988" cy="6748272"/>
          </a:xfrm>
          <a:prstGeom prst="rect">
            <a:avLst/>
          </a:prstGeom>
        </p:spPr>
      </p:pic>
      <p:pic>
        <p:nvPicPr>
          <p:cNvPr id="3" name="Image 1" descr="/home/user/lawstuff/aa-scan-deck/pages/p006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863" y="54864"/>
            <a:ext cx="4554956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675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769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876" y="54864"/>
            <a:ext cx="4542988" cy="6748272"/>
          </a:xfrm>
          <a:prstGeom prst="rect">
            <a:avLst/>
          </a:prstGeom>
        </p:spPr>
      </p:pic>
      <p:pic>
        <p:nvPicPr>
          <p:cNvPr id="3" name="Image 1" descr="/home/user/lawstuff/aa-scan-deck/pages/p006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863" y="54864"/>
            <a:ext cx="4554956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675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769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6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160" y="54864"/>
            <a:ext cx="4546419" cy="6748272"/>
          </a:xfrm>
          <a:prstGeom prst="rect">
            <a:avLst/>
          </a:prstGeom>
        </p:spPr>
      </p:pic>
      <p:pic>
        <p:nvPicPr>
          <p:cNvPr id="3" name="Image 1" descr="/home/user/lawstuff/aa-scan-deck/pages/p006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579" y="54864"/>
            <a:ext cx="4554956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504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9415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7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426" y="54864"/>
            <a:ext cx="4542988" cy="6748272"/>
          </a:xfrm>
          <a:prstGeom prst="rect">
            <a:avLst/>
          </a:prstGeom>
        </p:spPr>
      </p:pic>
      <p:pic>
        <p:nvPicPr>
          <p:cNvPr id="3" name="Image 1" descr="/home/user/lawstuff/aa-scan-deck/pages/p007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414" y="54864"/>
            <a:ext cx="45498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930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514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7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144" y="54864"/>
            <a:ext cx="4542988" cy="6748272"/>
          </a:xfrm>
          <a:prstGeom prst="rect">
            <a:avLst/>
          </a:prstGeom>
        </p:spPr>
      </p:pic>
      <p:pic>
        <p:nvPicPr>
          <p:cNvPr id="3" name="Image 1" descr="/home/user/lawstuff/aa-scan-deck/pages/p007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132" y="54864"/>
            <a:ext cx="4546419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1024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3431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7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710" y="54864"/>
            <a:ext cx="4546419" cy="6748272"/>
          </a:xfrm>
          <a:prstGeom prst="rect">
            <a:avLst/>
          </a:prstGeom>
        </p:spPr>
      </p:pic>
      <p:pic>
        <p:nvPicPr>
          <p:cNvPr id="3" name="Image 1" descr="/home/user/lawstuff/aa-scan-deck/pages/p007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129" y="54864"/>
            <a:ext cx="45498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7590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6865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7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2807" y="54864"/>
            <a:ext cx="4549855" cy="6748272"/>
          </a:xfrm>
          <a:prstGeom prst="rect">
            <a:avLst/>
          </a:prstGeom>
        </p:spPr>
      </p:pic>
      <p:pic>
        <p:nvPicPr>
          <p:cNvPr id="3" name="Image 1" descr="/home/user/lawstuff/aa-scan-deck/pages/p007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663" y="54864"/>
            <a:ext cx="453622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2687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1768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649" y="54864"/>
            <a:ext cx="4539654" cy="6748272"/>
          </a:xfrm>
          <a:prstGeom prst="rect">
            <a:avLst/>
          </a:prstGeom>
        </p:spPr>
      </p:pic>
      <p:pic>
        <p:nvPicPr>
          <p:cNvPr id="3" name="Image 1" descr="/home/user/lawstuff/aa-scan-deck/pages/p007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303" y="54864"/>
            <a:ext cx="4556744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752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692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162" y="54864"/>
            <a:ext cx="4549855" cy="6748272"/>
          </a:xfrm>
          <a:prstGeom prst="rect">
            <a:avLst/>
          </a:prstGeom>
        </p:spPr>
      </p:pic>
      <p:pic>
        <p:nvPicPr>
          <p:cNvPr id="3" name="Image 1" descr="/home/user/lawstuff/aa-scan-deck/pages/p008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017" y="54864"/>
            <a:ext cx="4551516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504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941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162" y="54864"/>
            <a:ext cx="4549855" cy="6748272"/>
          </a:xfrm>
          <a:prstGeom prst="rect">
            <a:avLst/>
          </a:prstGeom>
        </p:spPr>
      </p:pic>
      <p:pic>
        <p:nvPicPr>
          <p:cNvPr id="3" name="Image 1" descr="/home/user/lawstuff/aa-scan-deck/pages/p008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017" y="54864"/>
            <a:ext cx="4551516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504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941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8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719" y="54864"/>
            <a:ext cx="4549855" cy="6748272"/>
          </a:xfrm>
          <a:prstGeom prst="rect">
            <a:avLst/>
          </a:prstGeom>
        </p:spPr>
      </p:pic>
      <p:pic>
        <p:nvPicPr>
          <p:cNvPr id="3" name="Image 1" descr="/home/user/lawstuff/aa-scan-deck/pages/p008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574" y="54864"/>
            <a:ext cx="4558402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59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285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8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992" y="54864"/>
            <a:ext cx="4549855" cy="6748272"/>
          </a:xfrm>
          <a:prstGeom prst="rect">
            <a:avLst/>
          </a:prstGeom>
        </p:spPr>
      </p:pic>
      <p:pic>
        <p:nvPicPr>
          <p:cNvPr id="3" name="Image 1" descr="/home/user/lawstuff/aa-scan-deck/pages/p008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54864"/>
            <a:ext cx="4549855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5872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858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Handout Sheet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88920" y="1600200"/>
            <a:ext cx="6583680" cy="4069080"/>
          </a:xfrm>
          <a:prstGeom prst="roundRect">
            <a:avLst>
              <a:gd name="adj" fmla="val 1798"/>
            </a:avLst>
          </a:prstGeom>
          <a:solidFill>
            <a:srgbClr val="F7F9FB"/>
          </a:solidFill>
          <a:ln w="19050">
            <a:solidFill>
              <a:srgbClr val="AEBBC9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154680" y="1600200"/>
            <a:ext cx="58521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HANDOUT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Handout.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image into this frame in PowerPoint.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88920" y="58064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8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543" y="54864"/>
            <a:ext cx="4554956" cy="6748272"/>
          </a:xfrm>
          <a:prstGeom prst="rect">
            <a:avLst/>
          </a:prstGeom>
        </p:spPr>
      </p:pic>
      <p:pic>
        <p:nvPicPr>
          <p:cNvPr id="3" name="Image 1" descr="/home/user/lawstuff/aa-scan-deck/pages/p008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499" y="54864"/>
            <a:ext cx="4539654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842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6033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Handouts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88920" y="1600200"/>
            <a:ext cx="6583680" cy="4069080"/>
          </a:xfrm>
          <a:prstGeom prst="roundRect">
            <a:avLst>
              <a:gd name="adj" fmla="val 1798"/>
            </a:avLst>
          </a:prstGeom>
          <a:solidFill>
            <a:srgbClr val="F7F9FB"/>
          </a:solidFill>
          <a:ln w="19050">
            <a:solidFill>
              <a:srgbClr val="AEBBC9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154680" y="1600200"/>
            <a:ext cx="58521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HANDOUT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Handout.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image into this frame in PowerPoint.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88920" y="58064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9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2811" y="54864"/>
            <a:ext cx="4546419" cy="6748272"/>
          </a:xfrm>
          <a:prstGeom prst="rect">
            <a:avLst/>
          </a:prstGeom>
        </p:spPr>
      </p:pic>
      <p:pic>
        <p:nvPicPr>
          <p:cNvPr id="3" name="Image 1" descr="/home/user/lawstuff/aa-scan-deck/pages/p009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230" y="54864"/>
            <a:ext cx="4539654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2691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1764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9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998" y="54864"/>
            <a:ext cx="4554956" cy="6748272"/>
          </a:xfrm>
          <a:prstGeom prst="rect">
            <a:avLst/>
          </a:prstGeom>
        </p:spPr>
      </p:pic>
      <p:pic>
        <p:nvPicPr>
          <p:cNvPr id="3" name="Image 1" descr="/home/user/lawstuff/aa-scan-deck/pages/p009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954" y="54864"/>
            <a:ext cx="4556744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9878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34578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9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376" y="54864"/>
            <a:ext cx="4549855" cy="6748272"/>
          </a:xfrm>
          <a:prstGeom prst="rect">
            <a:avLst/>
          </a:prstGeom>
        </p:spPr>
      </p:pic>
      <p:pic>
        <p:nvPicPr>
          <p:cNvPr id="3" name="Image 1" descr="/home/user/lawstuff/aa-scan-deck/pages/p009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231" y="54864"/>
            <a:ext cx="4543088" cy="67482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9256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10825199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awstuff/aa-scan-deck/pages/p009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6021" y="54864"/>
            <a:ext cx="4539654" cy="67482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65901" y="31089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A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 rot="16200000">
            <a:off x="-2999232" y="3218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Alcoholics Anonymous World Services, Inc. All rights reserved. Intended for personal use only, and not to be reproduced further or distributed for resale.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2026-09-25T02:39:11Z</dcterms:created>
  <dcterms:modified xsi:type="dcterms:W3CDTF">2026-09-25T02:39:11Z</dcterms:modified>
</cp:coreProperties>
</file>
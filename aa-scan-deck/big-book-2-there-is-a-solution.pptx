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image" Target="../media/image-2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image" Target="../media/image-2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image" Target="../media/image-3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image" Target="../media/image-3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image" Target="../media/image-3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image" Target="../media/image-3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74520"/>
            <a:ext cx="10543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Big Book Study Group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822960" y="2907792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200" kern="0" dirty="0">
                <a:solidFill>
                  <a:srgbClr val="A9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District 23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22960" y="3364992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7E9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a Solution — Pages 17 to 72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4069080"/>
            <a:ext cx="5486400" cy="1051560"/>
          </a:xfrm>
          <a:prstGeom prst="roundRect">
            <a:avLst>
              <a:gd name="adj" fmla="val 8696"/>
            </a:avLst>
          </a:prstGeom>
          <a:solidFill>
            <a:srgbClr val="2A3B54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406908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903 Court Street, Port Huron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A9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Wednesdays  ·  7:00 PM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8229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Copyright Notice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1091672" cy="2011680"/>
          </a:xfrm>
          <a:prstGeom prst="roundRect">
            <a:avLst>
              <a:gd name="adj" fmla="val 4545"/>
            </a:avLst>
          </a:prstGeom>
          <a:solidFill>
            <a:srgbClr val="F1F4F7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737360"/>
            <a:ext cx="103601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“These materials are copyright © by Alcoholics Anonymous World Services, Inc. ("A.A.W.S."). All rights reserved. Individual printing or photocopying of a single copy is permitted. Intended for personal use only, and not to be reproduced further or distributed for resale.”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40233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Displayed at the request of A.A. World Services, Inc. Reproduced with permission for use during this A.A. meeting.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4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18370" y="54864"/>
            <a:ext cx="4554956" cy="674827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556206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Fellowship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17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2788920" y="1600200"/>
            <a:ext cx="6583680" cy="4069080"/>
          </a:xfrm>
          <a:prstGeom prst="roundRect">
            <a:avLst>
              <a:gd name="adj" fmla="val 1798"/>
            </a:avLst>
          </a:prstGeom>
          <a:solidFill>
            <a:srgbClr val="F7F9FB"/>
          </a:solidFill>
          <a:ln w="19050">
            <a:solidFill>
              <a:srgbClr val="AEBBC9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3154680" y="1600200"/>
            <a:ext cx="585216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1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Diagram.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1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the image into this frame in PowerPoint.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788920" y="580644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Credit: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0313" y="54864"/>
            <a:ext cx="4548081" cy="6748272"/>
          </a:xfrm>
          <a:prstGeom prst="rect">
            <a:avLst/>
          </a:prstGeom>
        </p:spPr>
      </p:pic>
      <p:pic>
        <p:nvPicPr>
          <p:cNvPr id="3" name="Image 1" descr="/home/user/LawStuff/aa-scan-deck/pages/p004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8394" y="54864"/>
            <a:ext cx="4542988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90193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4262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4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6880" y="54864"/>
            <a:ext cx="4548081" cy="6748272"/>
          </a:xfrm>
          <a:prstGeom prst="rect">
            <a:avLst/>
          </a:prstGeom>
        </p:spPr>
      </p:pic>
      <p:pic>
        <p:nvPicPr>
          <p:cNvPr id="3" name="Image 1" descr="/home/user/LawStuff/aa-scan-deck/pages/p004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960" y="54864"/>
            <a:ext cx="4549855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6760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7696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4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0261" y="54864"/>
            <a:ext cx="4546419" cy="6748272"/>
          </a:xfrm>
          <a:prstGeom prst="rect">
            <a:avLst/>
          </a:prstGeom>
        </p:spPr>
      </p:pic>
      <p:pic>
        <p:nvPicPr>
          <p:cNvPr id="3" name="Image 1" descr="/home/user/LawStuff/aa-scan-deck/pages/p004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680" y="54864"/>
            <a:ext cx="4544755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90141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4314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4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6883" y="54864"/>
            <a:ext cx="4553174" cy="6748272"/>
          </a:xfrm>
          <a:prstGeom prst="rect">
            <a:avLst/>
          </a:prstGeom>
        </p:spPr>
      </p:pic>
      <p:pic>
        <p:nvPicPr>
          <p:cNvPr id="3" name="Image 1" descr="/home/user/LawStuff/aa-scan-deck/pages/p004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0057" y="54864"/>
            <a:ext cx="4544755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6763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7692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5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7947" y="54864"/>
            <a:ext cx="4529383" cy="6748272"/>
          </a:xfrm>
          <a:prstGeom prst="rect">
            <a:avLst/>
          </a:prstGeom>
        </p:spPr>
      </p:pic>
      <p:pic>
        <p:nvPicPr>
          <p:cNvPr id="3" name="Image 1" descr="/home/user/LawStuff/aa-scan-deck/pages/p005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7330" y="54864"/>
            <a:ext cx="4546419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97827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16629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Dr. Carl Jung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26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2788920" y="1600200"/>
            <a:ext cx="6583680" cy="4069080"/>
          </a:xfrm>
          <a:prstGeom prst="roundRect">
            <a:avLst>
              <a:gd name="adj" fmla="val 1798"/>
            </a:avLst>
          </a:prstGeom>
          <a:solidFill>
            <a:srgbClr val="F7F9FB"/>
          </a:solidFill>
          <a:ln w="19050">
            <a:solidFill>
              <a:srgbClr val="AEBBC9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3154680" y="1600200"/>
            <a:ext cx="585216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1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Photograph.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1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the image into this frame in PowerPoint.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788920" y="580644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Credit: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5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9429" y="54864"/>
            <a:ext cx="4546419" cy="6748272"/>
          </a:xfrm>
          <a:prstGeom prst="rect">
            <a:avLst/>
          </a:prstGeom>
        </p:spPr>
      </p:pic>
      <p:pic>
        <p:nvPicPr>
          <p:cNvPr id="3" name="Image 1" descr="/home/user/LawStuff/aa-scan-deck/pages/p005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48" y="54864"/>
            <a:ext cx="4546419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9309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5147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William James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28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2788920" y="1600200"/>
            <a:ext cx="6583680" cy="4069080"/>
          </a:xfrm>
          <a:prstGeom prst="roundRect">
            <a:avLst>
              <a:gd name="adj" fmla="val 1798"/>
            </a:avLst>
          </a:prstGeom>
          <a:solidFill>
            <a:srgbClr val="F7F9FB"/>
          </a:solidFill>
          <a:ln w="19050">
            <a:solidFill>
              <a:srgbClr val="AEBBC9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3154680" y="1600200"/>
            <a:ext cx="585216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1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Photograph.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1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the image into this frame in PowerPoint.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788920" y="580644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Credit: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144" y="54864"/>
            <a:ext cx="4546419" cy="6748272"/>
          </a:xfrm>
          <a:prstGeom prst="rect">
            <a:avLst/>
          </a:prstGeom>
        </p:spPr>
      </p:pic>
      <p:pic>
        <p:nvPicPr>
          <p:cNvPr id="3" name="Image 1" descr="/home/user/LawStuff/aa-scan-deck/pages/p005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7563" y="54864"/>
            <a:ext cx="4542988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91024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3431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5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0313" y="54864"/>
            <a:ext cx="4548081" cy="6748272"/>
          </a:xfrm>
          <a:prstGeom prst="rect">
            <a:avLst/>
          </a:prstGeom>
        </p:spPr>
      </p:pic>
      <p:pic>
        <p:nvPicPr>
          <p:cNvPr id="3" name="Image 1" descr="/home/user/LawStuff/aa-scan-deck/pages/p005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8394" y="54864"/>
            <a:ext cx="4542988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90193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4262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5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5159" y="54864"/>
            <a:ext cx="4548081" cy="6748272"/>
          </a:xfrm>
          <a:prstGeom prst="rect">
            <a:avLst/>
          </a:prstGeom>
        </p:spPr>
      </p:pic>
      <p:pic>
        <p:nvPicPr>
          <p:cNvPr id="3" name="Image 1" descr="/home/user/LawStuff/aa-scan-deck/pages/p005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3239" y="54864"/>
            <a:ext cx="4553297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5039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9416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6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3695" y="54864"/>
            <a:ext cx="4548081" cy="6748272"/>
          </a:xfrm>
          <a:prstGeom prst="rect">
            <a:avLst/>
          </a:prstGeom>
        </p:spPr>
      </p:pic>
      <p:pic>
        <p:nvPicPr>
          <p:cNvPr id="3" name="Image 1" descr="/home/user/LawStuff/aa-scan-deck/pages/p006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1775" y="54864"/>
            <a:ext cx="4536225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93575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0881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6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977" y="54864"/>
            <a:ext cx="4546419" cy="6748272"/>
          </a:xfrm>
          <a:prstGeom prst="rect">
            <a:avLst/>
          </a:prstGeom>
        </p:spPr>
      </p:pic>
      <p:pic>
        <p:nvPicPr>
          <p:cNvPr id="3" name="Image 1" descr="/home/user/LawStuff/aa-scan-deck/pages/p006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8396" y="54864"/>
            <a:ext cx="4541322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91857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2598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6876" y="54864"/>
            <a:ext cx="4542988" cy="6748272"/>
          </a:xfrm>
          <a:prstGeom prst="rect">
            <a:avLst/>
          </a:prstGeom>
        </p:spPr>
      </p:pic>
      <p:pic>
        <p:nvPicPr>
          <p:cNvPr id="3" name="Image 1" descr="/home/user/LawStuff/aa-scan-deck/pages/p006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9863" y="54864"/>
            <a:ext cx="4554956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6756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7699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6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6876" y="54864"/>
            <a:ext cx="4542988" cy="6748272"/>
          </a:xfrm>
          <a:prstGeom prst="rect">
            <a:avLst/>
          </a:prstGeom>
        </p:spPr>
      </p:pic>
      <p:pic>
        <p:nvPicPr>
          <p:cNvPr id="3" name="Image 1" descr="/home/user/LawStuff/aa-scan-deck/pages/p006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9863" y="54864"/>
            <a:ext cx="4554956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6756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7699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6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5160" y="54864"/>
            <a:ext cx="4546419" cy="6748272"/>
          </a:xfrm>
          <a:prstGeom prst="rect">
            <a:avLst/>
          </a:prstGeom>
        </p:spPr>
      </p:pic>
      <p:pic>
        <p:nvPicPr>
          <p:cNvPr id="3" name="Image 1" descr="/home/user/LawStuff/aa-scan-deck/pages/p006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1579" y="54864"/>
            <a:ext cx="4554956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5040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9415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7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9426" y="54864"/>
            <a:ext cx="4542988" cy="6748272"/>
          </a:xfrm>
          <a:prstGeom prst="rect">
            <a:avLst/>
          </a:prstGeom>
        </p:spPr>
      </p:pic>
      <p:pic>
        <p:nvPicPr>
          <p:cNvPr id="3" name="Image 1" descr="/home/user/LawStuff/aa-scan-deck/pages/p007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2414" y="54864"/>
            <a:ext cx="4549855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9306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5149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7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144" y="54864"/>
            <a:ext cx="4542988" cy="6748272"/>
          </a:xfrm>
          <a:prstGeom prst="rect">
            <a:avLst/>
          </a:prstGeom>
        </p:spPr>
      </p:pic>
      <p:pic>
        <p:nvPicPr>
          <p:cNvPr id="3" name="Image 1" descr="/home/user/LawStuff/aa-scan-deck/pages/p007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132" y="54864"/>
            <a:ext cx="4546419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91024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3431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7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7710" y="54864"/>
            <a:ext cx="4546419" cy="6748272"/>
          </a:xfrm>
          <a:prstGeom prst="rect">
            <a:avLst/>
          </a:prstGeom>
        </p:spPr>
      </p:pic>
      <p:pic>
        <p:nvPicPr>
          <p:cNvPr id="3" name="Image 1" descr="/home/user/LawStuff/aa-scan-deck/pages/p007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129" y="54864"/>
            <a:ext cx="4549855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7590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6865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7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2807" y="54864"/>
            <a:ext cx="4549855" cy="6748272"/>
          </a:xfrm>
          <a:prstGeom prst="rect">
            <a:avLst/>
          </a:prstGeom>
        </p:spPr>
      </p:pic>
      <p:pic>
        <p:nvPicPr>
          <p:cNvPr id="3" name="Image 1" descr="/home/user/LawStuff/aa-scan-deck/pages/p007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2663" y="54864"/>
            <a:ext cx="4536225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92687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1768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7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7649" y="54864"/>
            <a:ext cx="4539654" cy="6748272"/>
          </a:xfrm>
          <a:prstGeom prst="rect">
            <a:avLst/>
          </a:prstGeom>
        </p:spPr>
      </p:pic>
      <p:pic>
        <p:nvPicPr>
          <p:cNvPr id="3" name="Image 1" descr="/home/user/LawStuff/aa-scan-deck/pages/p007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7303" y="54864"/>
            <a:ext cx="4556744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7529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6926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8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5162" y="54864"/>
            <a:ext cx="4549855" cy="6748272"/>
          </a:xfrm>
          <a:prstGeom prst="rect">
            <a:avLst/>
          </a:prstGeom>
        </p:spPr>
      </p:pic>
      <p:pic>
        <p:nvPicPr>
          <p:cNvPr id="3" name="Image 1" descr="/home/user/LawStuff/aa-scan-deck/pages/p008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017" y="54864"/>
            <a:ext cx="4551516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5042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9413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8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5162" y="54864"/>
            <a:ext cx="4549855" cy="6748272"/>
          </a:xfrm>
          <a:prstGeom prst="rect">
            <a:avLst/>
          </a:prstGeom>
        </p:spPr>
      </p:pic>
      <p:pic>
        <p:nvPicPr>
          <p:cNvPr id="3" name="Image 1" descr="/home/user/LawStuff/aa-scan-deck/pages/p008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017" y="54864"/>
            <a:ext cx="4551516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5042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9413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8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1719" y="54864"/>
            <a:ext cx="4549855" cy="6748272"/>
          </a:xfrm>
          <a:prstGeom prst="rect">
            <a:avLst/>
          </a:prstGeom>
        </p:spPr>
      </p:pic>
      <p:pic>
        <p:nvPicPr>
          <p:cNvPr id="3" name="Image 1" descr="/home/user/LawStuff/aa-scan-deck/pages/p008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1574" y="54864"/>
            <a:ext cx="4558402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1599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32856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8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5992" y="54864"/>
            <a:ext cx="4549855" cy="6748272"/>
          </a:xfrm>
          <a:prstGeom prst="rect">
            <a:avLst/>
          </a:prstGeom>
        </p:spPr>
      </p:pic>
      <p:pic>
        <p:nvPicPr>
          <p:cNvPr id="3" name="Image 1" descr="/home/user/LawStuff/aa-scan-deck/pages/p008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48" y="54864"/>
            <a:ext cx="4549855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5872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62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8583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Handout Sheet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63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2788920" y="1600200"/>
            <a:ext cx="6583680" cy="4069080"/>
          </a:xfrm>
          <a:prstGeom prst="roundRect">
            <a:avLst>
              <a:gd name="adj" fmla="val 1798"/>
            </a:avLst>
          </a:prstGeom>
          <a:solidFill>
            <a:srgbClr val="F7F9FB"/>
          </a:solidFill>
          <a:ln w="19050">
            <a:solidFill>
              <a:srgbClr val="AEBBC9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3154680" y="1600200"/>
            <a:ext cx="585216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HANDOUT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1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Handout.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1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the image into this frame in PowerPoint.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788920" y="580644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Credit: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8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8543" y="54864"/>
            <a:ext cx="4554956" cy="6748272"/>
          </a:xfrm>
          <a:prstGeom prst="rect">
            <a:avLst/>
          </a:prstGeom>
        </p:spPr>
      </p:pic>
      <p:pic>
        <p:nvPicPr>
          <p:cNvPr id="3" name="Image 1" descr="/home/user/LawStuff/aa-scan-deck/pages/p008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3499" y="54864"/>
            <a:ext cx="4539654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8423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64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6033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Inventory Handouts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64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2788920" y="1600200"/>
            <a:ext cx="6583680" cy="4069080"/>
          </a:xfrm>
          <a:prstGeom prst="roundRect">
            <a:avLst>
              <a:gd name="adj" fmla="val 1798"/>
            </a:avLst>
          </a:prstGeom>
          <a:solidFill>
            <a:srgbClr val="F7F9FB"/>
          </a:solidFill>
          <a:ln w="19050">
            <a:solidFill>
              <a:srgbClr val="AEBBC9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3154680" y="1600200"/>
            <a:ext cx="585216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HANDOUT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1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Handout.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1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the image into this frame in PowerPoint.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788920" y="580644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Credit: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9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2811" y="54864"/>
            <a:ext cx="4546419" cy="6748272"/>
          </a:xfrm>
          <a:prstGeom prst="rect">
            <a:avLst/>
          </a:prstGeom>
        </p:spPr>
      </p:pic>
      <p:pic>
        <p:nvPicPr>
          <p:cNvPr id="3" name="Image 1" descr="/home/user/LawStuff/aa-scan-deck/pages/p009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9230" y="54864"/>
            <a:ext cx="4539654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92691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1764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9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9998" y="54864"/>
            <a:ext cx="4554956" cy="6748272"/>
          </a:xfrm>
          <a:prstGeom prst="rect">
            <a:avLst/>
          </a:prstGeom>
        </p:spPr>
      </p:pic>
      <p:pic>
        <p:nvPicPr>
          <p:cNvPr id="3" name="Image 1" descr="/home/user/LawStuff/aa-scan-deck/pages/p009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954" y="54864"/>
            <a:ext cx="4556744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79878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34578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9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9376" y="54864"/>
            <a:ext cx="4549855" cy="6748272"/>
          </a:xfrm>
          <a:prstGeom prst="rect">
            <a:avLst/>
          </a:prstGeom>
        </p:spPr>
      </p:pic>
      <p:pic>
        <p:nvPicPr>
          <p:cNvPr id="3" name="Image 1" descr="/home/user/LawStuff/aa-scan-deck/pages/p009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9231" y="54864"/>
            <a:ext cx="4543088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9256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5199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9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26021" y="54864"/>
            <a:ext cx="4539654" cy="674827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865901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2026-09-07T20:24:20Z</dcterms:created>
  <dcterms:modified xsi:type="dcterms:W3CDTF">2026-09-07T20:24:20Z</dcterms:modified>
</cp:coreProperties>
</file>
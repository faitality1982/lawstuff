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 Group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22960" y="29077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District 23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Solution — Pages 17 to 72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8370" y="54864"/>
            <a:ext cx="4554956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5562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0313" y="54864"/>
            <a:ext cx="4548081" cy="6748272"/>
          </a:xfrm>
          <a:prstGeom prst="rect">
            <a:avLst/>
          </a:prstGeom>
        </p:spPr>
      </p:pic>
      <p:pic>
        <p:nvPicPr>
          <p:cNvPr id="3" name="Image 1" descr="/home/user/LawStuff/aa-scan-deck/pages/p00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394" y="54864"/>
            <a:ext cx="45429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019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426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80" y="54864"/>
            <a:ext cx="4548081" cy="6748272"/>
          </a:xfrm>
          <a:prstGeom prst="rect">
            <a:avLst/>
          </a:prstGeom>
        </p:spPr>
      </p:pic>
      <p:pic>
        <p:nvPicPr>
          <p:cNvPr id="3" name="Image 1" descr="/home/user/LawStuff/aa-scan-deck/pages/p004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960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6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0261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4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680" y="54864"/>
            <a:ext cx="45447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014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431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83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04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57" y="54864"/>
            <a:ext cx="45447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6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947" y="54864"/>
            <a:ext cx="4529383" cy="6748272"/>
          </a:xfrm>
          <a:prstGeom prst="rect">
            <a:avLst/>
          </a:prstGeom>
        </p:spPr>
      </p:pic>
      <p:pic>
        <p:nvPicPr>
          <p:cNvPr id="3" name="Image 1" descr="/home/user/LawStuff/aa-scan-deck/pages/p005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330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782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1662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429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5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30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14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144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5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63" y="54864"/>
            <a:ext cx="45429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102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343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0313" y="54864"/>
            <a:ext cx="4548081" cy="6748272"/>
          </a:xfrm>
          <a:prstGeom prst="rect">
            <a:avLst/>
          </a:prstGeom>
        </p:spPr>
      </p:pic>
      <p:pic>
        <p:nvPicPr>
          <p:cNvPr id="3" name="Image 1" descr="/home/user/LawStuff/aa-scan-deck/pages/p005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394" y="54864"/>
            <a:ext cx="45429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019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426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159" y="54864"/>
            <a:ext cx="4548081" cy="6748272"/>
          </a:xfrm>
          <a:prstGeom prst="rect">
            <a:avLst/>
          </a:prstGeom>
        </p:spPr>
      </p:pic>
      <p:pic>
        <p:nvPicPr>
          <p:cNvPr id="3" name="Image 1" descr="/home/user/LawStuff/aa-scan-deck/pages/p005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239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03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941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3695" y="54864"/>
            <a:ext cx="4548081" cy="6748272"/>
          </a:xfrm>
          <a:prstGeom prst="rect">
            <a:avLst/>
          </a:prstGeom>
        </p:spPr>
      </p:pic>
      <p:pic>
        <p:nvPicPr>
          <p:cNvPr id="3" name="Image 1" descr="/home/user/LawStuff/aa-scan-deck/pages/p006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775" y="54864"/>
            <a:ext cx="453622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357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088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977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6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396" y="54864"/>
            <a:ext cx="4541322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185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259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7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06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863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7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06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863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160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6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579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04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941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42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07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14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3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14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144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0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32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102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343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7710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7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9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759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86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2807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7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663" y="54864"/>
            <a:ext cx="453622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268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176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7649" y="54864"/>
            <a:ext cx="4539654" cy="6748272"/>
          </a:xfrm>
          <a:prstGeom prst="rect">
            <a:avLst/>
          </a:prstGeom>
        </p:spPr>
      </p:pic>
      <p:pic>
        <p:nvPicPr>
          <p:cNvPr id="3" name="Image 1" descr="/home/user/LawStuff/aa-scan-deck/pages/p007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303" y="54864"/>
            <a:ext cx="455674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752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92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16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8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017" y="54864"/>
            <a:ext cx="455151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04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941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16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8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017" y="54864"/>
            <a:ext cx="455151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04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941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1719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8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574" y="54864"/>
            <a:ext cx="4558402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15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28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99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8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87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858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543" y="54864"/>
            <a:ext cx="4554956" cy="6748272"/>
          </a:xfrm>
          <a:prstGeom prst="rect">
            <a:avLst/>
          </a:prstGeom>
        </p:spPr>
      </p:pic>
      <p:pic>
        <p:nvPicPr>
          <p:cNvPr id="3" name="Image 1" descr="/home/user/LawStuff/aa-scan-deck/pages/p008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3499" y="54864"/>
            <a:ext cx="453965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842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03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2811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9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30" y="54864"/>
            <a:ext cx="453965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269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176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998" y="54864"/>
            <a:ext cx="4554956" cy="6748272"/>
          </a:xfrm>
          <a:prstGeom prst="rect">
            <a:avLst/>
          </a:prstGeom>
        </p:spPr>
      </p:pic>
      <p:pic>
        <p:nvPicPr>
          <p:cNvPr id="3" name="Image 1" descr="/home/user/LawStuff/aa-scan-deck/pages/p009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954" y="54864"/>
            <a:ext cx="455674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87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457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376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31" y="54864"/>
            <a:ext cx="45430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2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1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6021" y="54864"/>
            <a:ext cx="4539654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6590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2026-08-20T01:28:40Z</dcterms:created>
  <dcterms:modified xsi:type="dcterms:W3CDTF">2026-08-20T01:28:40Z</dcterms:modified>
</cp:coreProperties>
</file>
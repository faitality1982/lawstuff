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Solution — Pages 17 to 72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567" y="320040"/>
            <a:ext cx="401181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20425" y="2926080"/>
            <a:ext cx="33597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5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19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4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35" y="2926080"/>
            <a:ext cx="13621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2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4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0" y="2926080"/>
            <a:ext cx="13591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10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209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3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82" y="2926080"/>
            <a:ext cx="13621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6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0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184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56" y="2926080"/>
            <a:ext cx="13591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680" y="320040"/>
            <a:ext cx="3989294" cy="5943600"/>
          </a:xfrm>
          <a:prstGeom prst="rect">
            <a:avLst/>
          </a:prstGeom>
        </p:spPr>
      </p:pic>
      <p:pic>
        <p:nvPicPr>
          <p:cNvPr id="3" name="Image 1" descr="/home/user/LawStuff/aa-scan-deck/pages/p00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74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1312" y="2926080"/>
            <a:ext cx="13689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4" y="2926080"/>
            <a:ext cx="13614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89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7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1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7303" y="2926080"/>
            <a:ext cx="1362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95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19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94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035" y="2926080"/>
            <a:ext cx="13621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7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179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89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5" y="2926080"/>
            <a:ext cx="135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35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0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697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057" y="2926080"/>
            <a:ext cx="13651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422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21" y="320040"/>
            <a:ext cx="3999809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9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6570" y="2926080"/>
            <a:ext cx="13636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6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6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4" y="2926080"/>
            <a:ext cx="135764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75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52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17" y="2926080"/>
            <a:ext cx="13613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8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5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01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7303" y="2926080"/>
            <a:ext cx="1362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3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53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78" y="320040"/>
            <a:ext cx="399532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3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839" y="2926080"/>
            <a:ext cx="1364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10" y="320040"/>
            <a:ext cx="3998340" cy="5943600"/>
          </a:xfrm>
          <a:prstGeom prst="rect">
            <a:avLst/>
          </a:prstGeom>
        </p:spPr>
      </p:pic>
      <p:pic>
        <p:nvPicPr>
          <p:cNvPr id="3" name="Image 1" descr="/home/user/LawStuff/aa-scan-deck/pages/p00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950" y="320040"/>
            <a:ext cx="401339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0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82" y="2926080"/>
            <a:ext cx="135983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20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74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2" y="2926080"/>
            <a:ext cx="13576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20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745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2" y="2926080"/>
            <a:ext cx="13576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3387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2" y="320040"/>
            <a:ext cx="401485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18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5605" y="2926080"/>
            <a:ext cx="13546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41" y="2926080"/>
            <a:ext cx="1358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397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15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8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9595" y="2926080"/>
            <a:ext cx="13606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157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5" y="320040"/>
            <a:ext cx="399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616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5835" y="2926080"/>
            <a:ext cx="13643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871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89" y="320040"/>
            <a:ext cx="4013392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03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121" y="2926080"/>
            <a:ext cx="13530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13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6" y="320040"/>
            <a:ext cx="400136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6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861" y="2926080"/>
            <a:ext cx="136135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5306" y="320040"/>
            <a:ext cx="3998340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637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2026-08-19T03:20:31Z</dcterms:created>
  <dcterms:modified xsi:type="dcterms:W3CDTF">2026-08-19T03:20:31Z</dcterms:modified>
</cp:coreProperties>
</file>
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 — Pages 17 to 72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567" y="320040"/>
            <a:ext cx="401181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0425" y="2926080"/>
            <a:ext cx="33597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4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35" y="2926080"/>
            <a:ext cx="13621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0" y="2926080"/>
            <a:ext cx="13591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10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20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3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82" y="2926080"/>
            <a:ext cx="1362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6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0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84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56" y="2926080"/>
            <a:ext cx="13591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80" y="320040"/>
            <a:ext cx="3989294" cy="5943600"/>
          </a:xfrm>
          <a:prstGeom prst="rect">
            <a:avLst/>
          </a:prstGeom>
        </p:spPr>
      </p:pic>
      <p:pic>
        <p:nvPicPr>
          <p:cNvPr id="3" name="Image 1" descr="/home/user/LawStuff/aa-scan-deck/pages/p00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74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1312" y="2926080"/>
            <a:ext cx="13689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4" y="2926080"/>
            <a:ext cx="1361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7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7303" y="2926080"/>
            <a:ext cx="1362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4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35" y="2926080"/>
            <a:ext cx="13621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5" y="2926080"/>
            <a:ext cx="135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5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7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057" y="2926080"/>
            <a:ext cx="1365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399980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0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6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4" y="2926080"/>
            <a:ext cx="13576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5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7303" y="2926080"/>
            <a:ext cx="1362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3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78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39" y="2926080"/>
            <a:ext cx="1364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10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50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0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82" y="2926080"/>
            <a:ext cx="13598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2" y="2926080"/>
            <a:ext cx="13576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2" y="2926080"/>
            <a:ext cx="13576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3387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2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18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5605" y="2926080"/>
            <a:ext cx="135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397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8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9595" y="2926080"/>
            <a:ext cx="13606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35" y="2926080"/>
            <a:ext cx="13643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87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89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3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121" y="2926080"/>
            <a:ext cx="1353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3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6" y="320040"/>
            <a:ext cx="400136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61" y="2926080"/>
            <a:ext cx="13613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637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2026-08-19T03:07:49Z</dcterms:created>
  <dcterms:modified xsi:type="dcterms:W3CDTF">2026-08-19T03:07:49Z</dcterms:modified>
</cp:coreProperties>
</file>
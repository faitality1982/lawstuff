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Solution — Pages 17 to 72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567" y="320040"/>
            <a:ext cx="401181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57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19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32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94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10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209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36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0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184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680" y="320040"/>
            <a:ext cx="3989294" cy="5943600"/>
          </a:xfrm>
          <a:prstGeom prst="rect">
            <a:avLst/>
          </a:prstGeom>
        </p:spPr>
      </p:pic>
      <p:pic>
        <p:nvPicPr>
          <p:cNvPr id="3" name="Image 1" descr="/home/user/LawStuff/aa-scan-deck/pages/p00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74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89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7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57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19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17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179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35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697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422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21" y="320040"/>
            <a:ext cx="3999809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6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1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6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5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8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5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153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478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10" y="320040"/>
            <a:ext cx="3998340" cy="5943600"/>
          </a:xfrm>
          <a:prstGeom prst="rect">
            <a:avLst/>
          </a:prstGeom>
        </p:spPr>
      </p:pic>
      <p:pic>
        <p:nvPicPr>
          <p:cNvPr id="3" name="Image 1" descr="/home/user/LawStuff/aa-scan-deck/pages/p00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50" y="320040"/>
            <a:ext cx="401339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20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745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20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745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3387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2" y="320040"/>
            <a:ext cx="401485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51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397" y="320040"/>
            <a:ext cx="4011818" cy="5943600"/>
          </a:xfrm>
          <a:prstGeom prst="rect">
            <a:avLst/>
          </a:prstGeom>
        </p:spPr>
      </p:pic>
      <p:pic>
        <p:nvPicPr>
          <p:cNvPr id="3" name="Image 1" descr="/home/user/LawStuff/aa-scan-deck/pages/p00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215" y="320040"/>
            <a:ext cx="399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157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5" y="320040"/>
            <a:ext cx="399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871" y="320040"/>
            <a:ext cx="4011818" cy="5943600"/>
          </a:xfrm>
          <a:prstGeom prst="rect">
            <a:avLst/>
          </a:prstGeom>
        </p:spPr>
      </p:pic>
      <p:pic>
        <p:nvPicPr>
          <p:cNvPr id="3" name="Image 1" descr="/home/user/LawStuff/aa-scan-deck/pages/p00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89" y="320040"/>
            <a:ext cx="401339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31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6" y="320040"/>
            <a:ext cx="400136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5306" y="320040"/>
            <a:ext cx="3998340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2026-08-18T22:03:00Z</dcterms:created>
  <dcterms:modified xsi:type="dcterms:W3CDTF">2026-08-18T22:03:00Z</dcterms:modified>
</cp:coreProperties>
</file>
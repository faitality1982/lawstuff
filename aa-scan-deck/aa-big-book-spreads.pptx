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this up while people settle in.
Big Book Study, District 23, 903 Court Street, Wednesdays at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Required by A.A.W.S. whenever this literature is displayed.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65960"/>
            <a:ext cx="10543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 Book Study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822960" y="301752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spc="200" kern="0" dirty="0">
                <a:solidFill>
                  <a:srgbClr val="A9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A.A. District 23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22960" y="3931920"/>
            <a:ext cx="4754880" cy="1051560"/>
          </a:xfrm>
          <a:prstGeom prst="roundRect">
            <a:avLst>
              <a:gd name="adj" fmla="val 8696"/>
            </a:avLst>
          </a:prstGeom>
          <a:solidFill>
            <a:srgbClr val="2A3B54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3931920"/>
            <a:ext cx="4114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903 Court Street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rgbClr val="A9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Wednesdays  ·  7:00 PM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Copyright Notice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11091672" cy="2011680"/>
          </a:xfrm>
          <a:prstGeom prst="roundRect">
            <a:avLst>
              <a:gd name="adj" fmla="val 4545"/>
            </a:avLst>
          </a:prstGeom>
          <a:solidFill>
            <a:srgbClr val="F1F4F7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737360"/>
            <a:ext cx="1036015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i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“These materials are copyright © by Alcoholics Anonymous World Services, Inc. ("A.A.W.S."). All rights reserved. Individual printing or photocopying of a single copy is permitted. Intended for personal use only, and not to be reproduced further or distributed for resale.”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48640" y="40233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Displayed at the request of A.A. World Services, Inc. Reproduced with permission for use during this A.A. meeting.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2026-08-18T17:54:33Z</dcterms:created>
  <dcterms:modified xsi:type="dcterms:W3CDTF">2026-08-18T17:54:33Z</dcterms:modified>
</cp:coreProperties>
</file>
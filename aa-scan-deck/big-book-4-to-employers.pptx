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Employers — Pages 141 to the End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1595" y="320040"/>
            <a:ext cx="4005762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7397" y="2926080"/>
            <a:ext cx="3362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226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1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0" y="320040"/>
            <a:ext cx="400127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870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18766" y="2926080"/>
            <a:ext cx="136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2714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2" y="320040"/>
            <a:ext cx="4013277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1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6278" y="2926080"/>
            <a:ext cx="135393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6310" cy="5943600"/>
          </a:xfrm>
          <a:prstGeom prst="rect">
            <a:avLst/>
          </a:prstGeom>
        </p:spPr>
      </p:pic>
      <p:pic>
        <p:nvPicPr>
          <p:cNvPr id="3" name="Image 1" descr="/home/user/LawStuff/aa-scan-deck/pages/p01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07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228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27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764" y="2926080"/>
            <a:ext cx="135545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988" y="320040"/>
            <a:ext cx="4016188" cy="5943600"/>
          </a:xfrm>
          <a:prstGeom prst="rect">
            <a:avLst/>
          </a:prstGeom>
        </p:spPr>
      </p:pic>
      <p:pic>
        <p:nvPicPr>
          <p:cNvPr id="3" name="Image 1" descr="/home/user/LawStuff/aa-scan-deck/pages/p01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176" y="320040"/>
            <a:ext cx="400878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04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004" y="2926080"/>
            <a:ext cx="13532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91" y="320040"/>
            <a:ext cx="3998259" cy="5943600"/>
          </a:xfrm>
          <a:prstGeom prst="rect">
            <a:avLst/>
          </a:prstGeom>
        </p:spPr>
      </p:pic>
      <p:pic>
        <p:nvPicPr>
          <p:cNvPr id="3" name="Image 1" descr="/home/user/LawStuff/aa-scan-deck/pages/p01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450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7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01" y="2926080"/>
            <a:ext cx="1358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7809" y="320040"/>
            <a:ext cx="4038600" cy="5943600"/>
          </a:xfrm>
          <a:prstGeom prst="rect">
            <a:avLst/>
          </a:prstGeom>
        </p:spPr>
      </p:pic>
      <p:pic>
        <p:nvPicPr>
          <p:cNvPr id="3" name="Image 1" descr="/home/user/LawStuff/aa-scan-deck/pages/p01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6409" y="320040"/>
            <a:ext cx="401473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6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1183" y="2926080"/>
            <a:ext cx="1339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32" y="320040"/>
            <a:ext cx="4005762" cy="5943600"/>
          </a:xfrm>
          <a:prstGeom prst="rect">
            <a:avLst/>
          </a:prstGeom>
        </p:spPr>
      </p:pic>
      <p:pic>
        <p:nvPicPr>
          <p:cNvPr id="3" name="Image 1" descr="/home/user/LawStuff/aa-scan-deck/pages/p01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694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0" y="2926080"/>
            <a:ext cx="13591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473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1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60" y="320040"/>
            <a:ext cx="4019219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89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8519" y="2926080"/>
            <a:ext cx="1351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463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1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686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89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8529" y="2926080"/>
            <a:ext cx="13516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3673" y="320040"/>
            <a:ext cx="4025295" cy="5943600"/>
          </a:xfrm>
          <a:prstGeom prst="rect">
            <a:avLst/>
          </a:prstGeom>
        </p:spPr>
      </p:pic>
      <p:pic>
        <p:nvPicPr>
          <p:cNvPr id="3" name="Image 1" descr="/home/user/LawStuff/aa-scan-deck/pages/p01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9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21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5319" y="2926080"/>
            <a:ext cx="1344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951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199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74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0041" y="2926080"/>
            <a:ext cx="13501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222" y="320040"/>
            <a:ext cx="4023705" cy="5943600"/>
          </a:xfrm>
          <a:prstGeom prst="rect">
            <a:avLst/>
          </a:prstGeom>
        </p:spPr>
      </p:pic>
      <p:pic>
        <p:nvPicPr>
          <p:cNvPr id="3" name="Image 1" descr="/home/user/LawStuff/aa-scan-deck/pages/p019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27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0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6770" y="2926080"/>
            <a:ext cx="134344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590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1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155" y="320040"/>
            <a:ext cx="402689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43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3085" y="2926080"/>
            <a:ext cx="13471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075" y="320040"/>
            <a:ext cx="4020803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24917" y="2926080"/>
            <a:ext cx="33552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176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97" y="320040"/>
            <a:ext cx="4010248" cy="5943600"/>
          </a:xfrm>
          <a:prstGeom prst="rect">
            <a:avLst/>
          </a:prstGeom>
        </p:spPr>
      </p:pic>
      <p:pic>
        <p:nvPicPr>
          <p:cNvPr id="3" name="Image 1" descr="/home/user/LawStuff/aa-scan-deck/pages/p02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44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7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95" y="2926080"/>
            <a:ext cx="13524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178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9908" y="320040"/>
            <a:ext cx="4029788" cy="5943600"/>
          </a:xfrm>
          <a:prstGeom prst="rect">
            <a:avLst/>
          </a:prstGeom>
        </p:spPr>
      </p:pic>
      <p:pic>
        <p:nvPicPr>
          <p:cNvPr id="3" name="Image 1" descr="/home/user/LawStuff/aa-scan-deck/pages/p02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696" y="320040"/>
            <a:ext cx="40193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83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9084" y="2926080"/>
            <a:ext cx="13411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7436" y="320040"/>
            <a:ext cx="4013277" cy="5943600"/>
          </a:xfrm>
          <a:prstGeom prst="rect">
            <a:avLst/>
          </a:prstGeom>
        </p:spPr>
      </p:pic>
      <p:pic>
        <p:nvPicPr>
          <p:cNvPr id="3" name="Image 1" descr="/home/user/LawStuff/aa-scan-deck/pages/p02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3" y="320040"/>
            <a:ext cx="402080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59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1556" y="2926080"/>
            <a:ext cx="13486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7658" y="320040"/>
            <a:ext cx="4025295" cy="5943600"/>
          </a:xfrm>
          <a:prstGeom prst="rect">
            <a:avLst/>
          </a:prstGeom>
        </p:spPr>
      </p:pic>
      <p:pic>
        <p:nvPicPr>
          <p:cNvPr id="3" name="Image 1" descr="/home/user/LawStuff/aa-scan-deck/pages/p020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54" y="320040"/>
            <a:ext cx="402834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61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1334" y="2926080"/>
            <a:ext cx="13388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8380" y="320040"/>
            <a:ext cx="4020803" cy="5943600"/>
          </a:xfrm>
          <a:prstGeom prst="rect">
            <a:avLst/>
          </a:prstGeom>
        </p:spPr>
      </p:pic>
      <p:pic>
        <p:nvPicPr>
          <p:cNvPr id="3" name="Image 1" descr="/home/user/LawStuff/aa-scan-deck/pages/p02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183" y="320040"/>
            <a:ext cx="403139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68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0612" y="2926080"/>
            <a:ext cx="133960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6853" y="320040"/>
            <a:ext cx="4020803" cy="5943600"/>
          </a:xfrm>
          <a:prstGeom prst="rect">
            <a:avLst/>
          </a:prstGeom>
        </p:spPr>
      </p:pic>
      <p:pic>
        <p:nvPicPr>
          <p:cNvPr id="3" name="Image 1" descr="/home/user/LawStuff/aa-scan-deck/pages/p021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656" y="320040"/>
            <a:ext cx="4034444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533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187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2139" y="2926080"/>
            <a:ext cx="13380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7" y="320040"/>
            <a:ext cx="4035722" cy="5943600"/>
          </a:xfrm>
          <a:prstGeom prst="rect">
            <a:avLst/>
          </a:prstGeom>
        </p:spPr>
      </p:pic>
      <p:pic>
        <p:nvPicPr>
          <p:cNvPr id="3" name="Image 1" descr="/home/user/LawStuff/aa-scan-deck/pages/p02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210" y="320040"/>
            <a:ext cx="402225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339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43505" y="2926080"/>
            <a:ext cx="13367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109" y="320040"/>
            <a:ext cx="4014734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555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2026-08-19T03:07:51Z</dcterms:created>
  <dcterms:modified xsi:type="dcterms:W3CDTF">2026-08-19T03:07:51Z</dcterms:modified>
</cp:coreProperties>
</file>
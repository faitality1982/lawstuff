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image" Target="../media/image-2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image" Target="../media/image-2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image" Target="../media/image-2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image" Target="../media/image-2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image" Target="../media/image-2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543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Big Book Study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822960" y="2880360"/>
            <a:ext cx="1054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spc="200" kern="0" dirty="0">
                <a:solidFill>
                  <a:srgbClr val="A9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A.A. District 23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22960" y="3364992"/>
            <a:ext cx="10543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7E92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Employers — Pages 141 to the End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22960" y="4069080"/>
            <a:ext cx="5486400" cy="1051560"/>
          </a:xfrm>
          <a:prstGeom prst="roundRect">
            <a:avLst>
              <a:gd name="adj" fmla="val 8696"/>
            </a:avLst>
          </a:prstGeom>
          <a:solidFill>
            <a:srgbClr val="2A3B54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4069080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903 Court Street, Port Huron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A9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Wednesdays  ·  7:00 PM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8229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Copyright Notice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1091672" cy="2011680"/>
          </a:xfrm>
          <a:prstGeom prst="roundRect">
            <a:avLst>
              <a:gd name="adj" fmla="val 4545"/>
            </a:avLst>
          </a:prstGeom>
          <a:solidFill>
            <a:srgbClr val="F1F4F7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737360"/>
            <a:ext cx="1036015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i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“These materials are copyright © by Alcoholics Anonymous World Services, Inc. ("A.A.W.S."). All rights reserved. Individual printing or photocopying of a single copy is permitted. Intended for personal use only, and not to be reproduced further or distributed for resale.”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40233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Displayed at the request of A.A. World Services, Inc. Reproduced with permission for use during this A.A. meeting.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6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91595" y="320040"/>
            <a:ext cx="4005762" cy="5943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6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0226" y="320040"/>
            <a:ext cx="4007224" cy="5943600"/>
          </a:xfrm>
          <a:prstGeom prst="rect">
            <a:avLst/>
          </a:prstGeom>
        </p:spPr>
      </p:pic>
      <p:pic>
        <p:nvPicPr>
          <p:cNvPr id="3" name="Image 1" descr="/home/user/LawStuff/aa-scan-deck/pages/p016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7450" y="320040"/>
            <a:ext cx="4001276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6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2714" y="320040"/>
            <a:ext cx="4010248" cy="5943600"/>
          </a:xfrm>
          <a:prstGeom prst="rect">
            <a:avLst/>
          </a:prstGeom>
        </p:spPr>
      </p:pic>
      <p:pic>
        <p:nvPicPr>
          <p:cNvPr id="3" name="Image 1" descr="/home/user/LawStuff/aa-scan-deck/pages/p0169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2962" y="320040"/>
            <a:ext cx="4013277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7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1197" y="320040"/>
            <a:ext cx="4010248" cy="5943600"/>
          </a:xfrm>
          <a:prstGeom prst="rect">
            <a:avLst/>
          </a:prstGeom>
        </p:spPr>
      </p:pic>
      <p:pic>
        <p:nvPicPr>
          <p:cNvPr id="3" name="Image 1" descr="/home/user/LawStuff/aa-scan-deck/pages/p017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1445" y="320040"/>
            <a:ext cx="4016310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7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1197" y="320040"/>
            <a:ext cx="4016310" cy="5943600"/>
          </a:xfrm>
          <a:prstGeom prst="rect">
            <a:avLst/>
          </a:prstGeom>
        </p:spPr>
      </p:pic>
      <p:pic>
        <p:nvPicPr>
          <p:cNvPr id="3" name="Image 1" descr="/home/user/LawStuff/aa-scan-deck/pages/p017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7507" y="320040"/>
            <a:ext cx="4010248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7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4228" y="320040"/>
            <a:ext cx="4010248" cy="5943600"/>
          </a:xfrm>
          <a:prstGeom prst="rect">
            <a:avLst/>
          </a:prstGeom>
        </p:spPr>
      </p:pic>
      <p:pic>
        <p:nvPicPr>
          <p:cNvPr id="3" name="Image 1" descr="/home/user/LawStuff/aa-scan-deck/pages/p017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6" y="320040"/>
            <a:ext cx="4010248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7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1988" y="320040"/>
            <a:ext cx="4016188" cy="5943600"/>
          </a:xfrm>
          <a:prstGeom prst="rect">
            <a:avLst/>
          </a:prstGeom>
        </p:spPr>
      </p:pic>
      <p:pic>
        <p:nvPicPr>
          <p:cNvPr id="3" name="Image 1" descr="/home/user/LawStuff/aa-scan-deck/pages/p017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8176" y="320040"/>
            <a:ext cx="4008788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7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7191" y="320040"/>
            <a:ext cx="3998259" cy="5943600"/>
          </a:xfrm>
          <a:prstGeom prst="rect">
            <a:avLst/>
          </a:prstGeom>
        </p:spPr>
      </p:pic>
      <p:pic>
        <p:nvPicPr>
          <p:cNvPr id="3" name="Image 1" descr="/home/user/LawStuff/aa-scan-deck/pages/p0179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5450" y="320040"/>
            <a:ext cx="4016310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8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67809" y="320040"/>
            <a:ext cx="4038600" cy="5943600"/>
          </a:xfrm>
          <a:prstGeom prst="rect">
            <a:avLst/>
          </a:prstGeom>
        </p:spPr>
      </p:pic>
      <p:pic>
        <p:nvPicPr>
          <p:cNvPr id="3" name="Image 1" descr="/home/user/LawStuff/aa-scan-deck/pages/p018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6409" y="320040"/>
            <a:ext cx="4014734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8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7932" y="320040"/>
            <a:ext cx="4005762" cy="5943600"/>
          </a:xfrm>
          <a:prstGeom prst="rect">
            <a:avLst/>
          </a:prstGeom>
        </p:spPr>
      </p:pic>
      <p:pic>
        <p:nvPicPr>
          <p:cNvPr id="3" name="Image 1" descr="/home/user/LawStuff/aa-scan-deck/pages/p018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3694" y="320040"/>
            <a:ext cx="4007325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8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1197" y="320040"/>
            <a:ext cx="4010248" cy="5943600"/>
          </a:xfrm>
          <a:prstGeom prst="rect">
            <a:avLst/>
          </a:prstGeom>
        </p:spPr>
      </p:pic>
      <p:pic>
        <p:nvPicPr>
          <p:cNvPr id="3" name="Image 1" descr="/home/user/LawStuff/aa-scan-deck/pages/p018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1445" y="320040"/>
            <a:ext cx="4016310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8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0473" y="320040"/>
            <a:ext cx="4008788" cy="5943600"/>
          </a:xfrm>
          <a:prstGeom prst="rect">
            <a:avLst/>
          </a:prstGeom>
        </p:spPr>
      </p:pic>
      <p:pic>
        <p:nvPicPr>
          <p:cNvPr id="3" name="Image 1" descr="/home/user/LawStuff/aa-scan-deck/pages/p018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9260" y="320040"/>
            <a:ext cx="4019219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8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1197" y="320040"/>
            <a:ext cx="4010248" cy="5943600"/>
          </a:xfrm>
          <a:prstGeom prst="rect">
            <a:avLst/>
          </a:prstGeom>
        </p:spPr>
      </p:pic>
      <p:pic>
        <p:nvPicPr>
          <p:cNvPr id="3" name="Image 1" descr="/home/user/LawStuff/aa-scan-deck/pages/p0189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1445" y="320040"/>
            <a:ext cx="4016310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9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0463" y="320040"/>
            <a:ext cx="4007224" cy="5943600"/>
          </a:xfrm>
          <a:prstGeom prst="rect">
            <a:avLst/>
          </a:prstGeom>
        </p:spPr>
      </p:pic>
      <p:pic>
        <p:nvPicPr>
          <p:cNvPr id="3" name="Image 1" descr="/home/user/LawStuff/aa-scan-deck/pages/p019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7686" y="320040"/>
            <a:ext cx="4020803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9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73673" y="320040"/>
            <a:ext cx="4025295" cy="5943600"/>
          </a:xfrm>
          <a:prstGeom prst="rect">
            <a:avLst/>
          </a:prstGeom>
        </p:spPr>
      </p:pic>
      <p:pic>
        <p:nvPicPr>
          <p:cNvPr id="3" name="Image 1" descr="/home/user/LawStuff/aa-scan-deck/pages/p019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8969" y="320040"/>
            <a:ext cx="4016310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9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78951" y="320040"/>
            <a:ext cx="4010248" cy="5943600"/>
          </a:xfrm>
          <a:prstGeom prst="rect">
            <a:avLst/>
          </a:prstGeom>
        </p:spPr>
      </p:pic>
      <p:pic>
        <p:nvPicPr>
          <p:cNvPr id="3" name="Image 1" descr="/home/user/LawStuff/aa-scan-deck/pages/p019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9199" y="320040"/>
            <a:ext cx="4020803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9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72222" y="320040"/>
            <a:ext cx="4023705" cy="5943600"/>
          </a:xfrm>
          <a:prstGeom prst="rect">
            <a:avLst/>
          </a:prstGeom>
        </p:spPr>
      </p:pic>
      <p:pic>
        <p:nvPicPr>
          <p:cNvPr id="3" name="Image 1" descr="/home/user/LawStuff/aa-scan-deck/pages/p019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27" y="320040"/>
            <a:ext cx="4020803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9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75907" y="320040"/>
            <a:ext cx="4010248" cy="5943600"/>
          </a:xfrm>
          <a:prstGeom prst="rect">
            <a:avLst/>
          </a:prstGeom>
        </p:spPr>
      </p:pic>
      <p:pic>
        <p:nvPicPr>
          <p:cNvPr id="3" name="Image 1" descr="/home/user/LawStuff/aa-scan-deck/pages/p0199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6155" y="320040"/>
            <a:ext cx="4026890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20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84075" y="320040"/>
            <a:ext cx="4020803" cy="5943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2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1197" y="320040"/>
            <a:ext cx="4010248" cy="5943600"/>
          </a:xfrm>
          <a:prstGeom prst="rect">
            <a:avLst/>
          </a:prstGeom>
        </p:spPr>
      </p:pic>
      <p:pic>
        <p:nvPicPr>
          <p:cNvPr id="3" name="Image 1" descr="/home/user/LawStuff/aa-scan-deck/pages/p020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1445" y="320040"/>
            <a:ext cx="4016310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20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69908" y="320040"/>
            <a:ext cx="4029788" cy="5943600"/>
          </a:xfrm>
          <a:prstGeom prst="rect">
            <a:avLst/>
          </a:prstGeom>
        </p:spPr>
      </p:pic>
      <p:pic>
        <p:nvPicPr>
          <p:cNvPr id="3" name="Image 1" descr="/home/user/LawStuff/aa-scan-deck/pages/p0204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9696" y="320040"/>
            <a:ext cx="4019348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20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77436" y="320040"/>
            <a:ext cx="4013277" cy="5943600"/>
          </a:xfrm>
          <a:prstGeom prst="rect">
            <a:avLst/>
          </a:prstGeom>
        </p:spPr>
      </p:pic>
      <p:pic>
        <p:nvPicPr>
          <p:cNvPr id="3" name="Image 1" descr="/home/user/LawStuff/aa-scan-deck/pages/p0206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0713" y="320040"/>
            <a:ext cx="4020803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20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67658" y="320040"/>
            <a:ext cx="4025295" cy="5943600"/>
          </a:xfrm>
          <a:prstGeom prst="rect">
            <a:avLst/>
          </a:prstGeom>
        </p:spPr>
      </p:pic>
      <p:pic>
        <p:nvPicPr>
          <p:cNvPr id="3" name="Image 1" descr="/home/user/LawStuff/aa-scan-deck/pages/p0208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2954" y="320040"/>
            <a:ext cx="4028340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20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68380" y="320040"/>
            <a:ext cx="4020803" cy="5943600"/>
          </a:xfrm>
          <a:prstGeom prst="rect">
            <a:avLst/>
          </a:prstGeom>
        </p:spPr>
      </p:pic>
      <p:pic>
        <p:nvPicPr>
          <p:cNvPr id="3" name="Image 1" descr="/home/user/LawStuff/aa-scan-deck/pages/p0210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9183" y="320040"/>
            <a:ext cx="4031390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2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66853" y="320040"/>
            <a:ext cx="4020803" cy="5943600"/>
          </a:xfrm>
          <a:prstGeom prst="rect">
            <a:avLst/>
          </a:prstGeom>
        </p:spPr>
      </p:pic>
      <p:pic>
        <p:nvPicPr>
          <p:cNvPr id="3" name="Image 1" descr="/home/user/LawStuff/aa-scan-deck/pages/p021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7656" y="320040"/>
            <a:ext cx="4034444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2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65487" y="320040"/>
            <a:ext cx="4035722" cy="5943600"/>
          </a:xfrm>
          <a:prstGeom prst="rect">
            <a:avLst/>
          </a:prstGeom>
        </p:spPr>
      </p:pic>
      <p:pic>
        <p:nvPicPr>
          <p:cNvPr id="3" name="Image 1" descr="/home/user/LawStuff/aa-scan-deck/pages/p0214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1210" y="320040"/>
            <a:ext cx="4022255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2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87109" y="320040"/>
            <a:ext cx="4014734" cy="5943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2026-08-18T22:03:01Z</dcterms:created>
  <dcterms:modified xsi:type="dcterms:W3CDTF">2026-08-18T22:03:01Z</dcterms:modified>
</cp:coreProperties>
</file>
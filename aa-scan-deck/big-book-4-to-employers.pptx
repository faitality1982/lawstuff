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image" Target="../media/image-2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image" Target="../media/image-2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image" Target="../media/image-2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image" Target="../media/image-2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image" Target="../media/image-2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image" Target="../media/image-2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74520"/>
            <a:ext cx="10543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Big Book Study Group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822960" y="2907792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200" kern="0" dirty="0">
                <a:solidFill>
                  <a:srgbClr val="A9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District 23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22960" y="3364992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7E92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Employers — Pages 141 to the End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" y="4069080"/>
            <a:ext cx="5486400" cy="1051560"/>
          </a:xfrm>
          <a:prstGeom prst="roundRect">
            <a:avLst>
              <a:gd name="adj" fmla="val 8696"/>
            </a:avLst>
          </a:prstGeom>
          <a:solidFill>
            <a:srgbClr val="2A3B54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406908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903 Court Street, Port Huron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A9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Wednesdays  ·  7:00 PM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8229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Copyright Notice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1091672" cy="2011680"/>
          </a:xfrm>
          <a:prstGeom prst="roundRect">
            <a:avLst>
              <a:gd name="adj" fmla="val 4545"/>
            </a:avLst>
          </a:prstGeom>
          <a:solidFill>
            <a:srgbClr val="F1F4F7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737360"/>
            <a:ext cx="1036015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i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“These materials are copyright © by Alcoholics Anonymous World Services, Inc. ("A.A.W.S."). All rights reserved. Individual printing or photocopying of a single copy is permitted. Intended for personal use only, and not to be reproduced further or distributed for resale.”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40233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Displayed at the request of A.A. World Services, Inc. Reproduced with permission for use during this A.A. meeting.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6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21807" y="54864"/>
            <a:ext cx="4548081" cy="674827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552768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141</a:t>
            </a:r>
            <a:endParaRPr lang="en-US" sz="2800" dirty="0"/>
          </a:p>
        </p:txBody>
      </p:sp>
      <p:sp>
        <p:nvSpPr>
          <p:cNvPr id="4" name="Text 1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6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9484" y="54864"/>
            <a:ext cx="4549740" cy="6748272"/>
          </a:xfrm>
          <a:prstGeom prst="rect">
            <a:avLst/>
          </a:prstGeom>
        </p:spPr>
      </p:pic>
      <p:pic>
        <p:nvPicPr>
          <p:cNvPr id="3" name="Image 1" descr="/home/user/LawStuff/aa-scan-deck/pages/p016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9224" y="54864"/>
            <a:ext cx="4542988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89364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142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25091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143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6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0954" y="54864"/>
            <a:ext cx="4553174" cy="6748272"/>
          </a:xfrm>
          <a:prstGeom prst="rect">
            <a:avLst/>
          </a:prstGeom>
        </p:spPr>
      </p:pic>
      <p:pic>
        <p:nvPicPr>
          <p:cNvPr id="3" name="Image 1" descr="/home/user/LawStuff/aa-scan-deck/pages/p016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128" y="54864"/>
            <a:ext cx="4556613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80834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144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33621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145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7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9232" y="54864"/>
            <a:ext cx="4553174" cy="6748272"/>
          </a:xfrm>
          <a:prstGeom prst="rect">
            <a:avLst/>
          </a:prstGeom>
        </p:spPr>
      </p:pic>
      <p:pic>
        <p:nvPicPr>
          <p:cNvPr id="3" name="Image 1" descr="/home/user/LawStuff/aa-scan-deck/pages/p017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2406" y="54864"/>
            <a:ext cx="4560057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79112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146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35343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147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7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9232" y="54864"/>
            <a:ext cx="4560057" cy="6748272"/>
          </a:xfrm>
          <a:prstGeom prst="rect">
            <a:avLst/>
          </a:prstGeom>
        </p:spPr>
      </p:pic>
      <p:pic>
        <p:nvPicPr>
          <p:cNvPr id="3" name="Image 1" descr="/home/user/LawStuff/aa-scan-deck/pages/p017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9289" y="54864"/>
            <a:ext cx="4553174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79112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148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35343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149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7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2674" y="54864"/>
            <a:ext cx="4553174" cy="6748272"/>
          </a:xfrm>
          <a:prstGeom prst="rect">
            <a:avLst/>
          </a:prstGeom>
        </p:spPr>
      </p:pic>
      <p:pic>
        <p:nvPicPr>
          <p:cNvPr id="3" name="Image 1" descr="/home/user/LawStuff/aa-scan-deck/pages/p017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848" y="54864"/>
            <a:ext cx="4553174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82554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150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31901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151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7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0131" y="54864"/>
            <a:ext cx="4559918" cy="6748272"/>
          </a:xfrm>
          <a:prstGeom prst="rect">
            <a:avLst/>
          </a:prstGeom>
        </p:spPr>
      </p:pic>
      <p:pic>
        <p:nvPicPr>
          <p:cNvPr id="3" name="Image 1" descr="/home/user/LawStuff/aa-scan-deck/pages/p017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0049" y="54864"/>
            <a:ext cx="4551516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80011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152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34445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153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7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6038" y="54864"/>
            <a:ext cx="4539562" cy="6748272"/>
          </a:xfrm>
          <a:prstGeom prst="rect">
            <a:avLst/>
          </a:prstGeom>
        </p:spPr>
      </p:pic>
      <p:pic>
        <p:nvPicPr>
          <p:cNvPr id="3" name="Image 1" descr="/home/user/LawStuff/aa-scan-deck/pages/p017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5600" y="54864"/>
            <a:ext cx="4560057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85918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154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28537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155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8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4032" y="54864"/>
            <a:ext cx="4585364" cy="6748272"/>
          </a:xfrm>
          <a:prstGeom prst="rect">
            <a:avLst/>
          </a:prstGeom>
        </p:spPr>
      </p:pic>
      <p:pic>
        <p:nvPicPr>
          <p:cNvPr id="3" name="Image 1" descr="/home/user/LawStuff/aa-scan-deck/pages/p018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9396" y="54864"/>
            <a:ext cx="4558267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63912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156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50543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157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8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6880" y="54864"/>
            <a:ext cx="4548081" cy="6748272"/>
          </a:xfrm>
          <a:prstGeom prst="rect">
            <a:avLst/>
          </a:prstGeom>
        </p:spPr>
      </p:pic>
      <p:pic>
        <p:nvPicPr>
          <p:cNvPr id="3" name="Image 1" descr="/home/user/LawStuff/aa-scan-deck/pages/p018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960" y="54864"/>
            <a:ext cx="4549855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86760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158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27696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159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8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9232" y="54864"/>
            <a:ext cx="4553174" cy="6748272"/>
          </a:xfrm>
          <a:prstGeom prst="rect">
            <a:avLst/>
          </a:prstGeom>
        </p:spPr>
      </p:pic>
      <p:pic>
        <p:nvPicPr>
          <p:cNvPr id="3" name="Image 1" descr="/home/user/LawStuff/aa-scan-deck/pages/p018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2406" y="54864"/>
            <a:ext cx="4560057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79112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160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35343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161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8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8410" y="54864"/>
            <a:ext cx="4551516" cy="6748272"/>
          </a:xfrm>
          <a:prstGeom prst="rect">
            <a:avLst/>
          </a:prstGeom>
        </p:spPr>
      </p:pic>
      <p:pic>
        <p:nvPicPr>
          <p:cNvPr id="3" name="Image 1" descr="/home/user/LawStuff/aa-scan-deck/pages/p018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9926" y="54864"/>
            <a:ext cx="4563360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78290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162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36165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163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8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9232" y="54864"/>
            <a:ext cx="4553174" cy="6748272"/>
          </a:xfrm>
          <a:prstGeom prst="rect">
            <a:avLst/>
          </a:prstGeom>
        </p:spPr>
      </p:pic>
      <p:pic>
        <p:nvPicPr>
          <p:cNvPr id="3" name="Image 1" descr="/home/user/LawStuff/aa-scan-deck/pages/p018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2406" y="54864"/>
            <a:ext cx="4560057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79112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164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35343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165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Dr. Bob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165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2788920" y="1600200"/>
            <a:ext cx="6583680" cy="4069080"/>
          </a:xfrm>
          <a:prstGeom prst="roundRect">
            <a:avLst>
              <a:gd name="adj" fmla="val 1798"/>
            </a:avLst>
          </a:prstGeom>
          <a:solidFill>
            <a:srgbClr val="F7F9FB"/>
          </a:solidFill>
          <a:ln w="19050">
            <a:solidFill>
              <a:srgbClr val="AEBBC9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3154680" y="1600200"/>
            <a:ext cx="5852160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1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Photograph.</a:t>
            </a:r>
            <a:endParaRPr lang="en-US" sz="11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100" dirty="0"/>
          </a:p>
          <a:p>
            <a:pPr algn="ctr" indent="0" marL="0">
              <a:buNone/>
            </a:pPr>
            <a:r>
              <a:rPr lang="en-US" sz="1300" i="1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 the image into this frame in PowerPoint.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788920" y="5806440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Credit: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9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8399" y="54864"/>
            <a:ext cx="4549740" cy="6748272"/>
          </a:xfrm>
          <a:prstGeom prst="rect">
            <a:avLst/>
          </a:prstGeom>
        </p:spPr>
      </p:pic>
      <p:pic>
        <p:nvPicPr>
          <p:cNvPr id="3" name="Image 1" descr="/home/user/LawStuff/aa-scan-deck/pages/p019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8139" y="54864"/>
            <a:ext cx="4565158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78279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166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36176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167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9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0690" y="54864"/>
            <a:ext cx="4570258" cy="6748272"/>
          </a:xfrm>
          <a:prstGeom prst="rect">
            <a:avLst/>
          </a:prstGeom>
        </p:spPr>
      </p:pic>
      <p:pic>
        <p:nvPicPr>
          <p:cNvPr id="3" name="Image 1" descr="/home/user/LawStuff/aa-scan-deck/pages/p019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0948" y="54864"/>
            <a:ext cx="4560057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70570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168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43885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169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9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6682" y="54864"/>
            <a:ext cx="4553174" cy="6748272"/>
          </a:xfrm>
          <a:prstGeom prst="rect">
            <a:avLst/>
          </a:prstGeom>
        </p:spPr>
      </p:pic>
      <p:pic>
        <p:nvPicPr>
          <p:cNvPr id="3" name="Image 1" descr="/home/user/LawStuff/aa-scan-deck/pages/p019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9856" y="54864"/>
            <a:ext cx="4565158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76562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170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37893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171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9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9042" y="54864"/>
            <a:ext cx="4568453" cy="6748272"/>
          </a:xfrm>
          <a:prstGeom prst="rect">
            <a:avLst/>
          </a:prstGeom>
        </p:spPr>
      </p:pic>
      <p:pic>
        <p:nvPicPr>
          <p:cNvPr id="3" name="Image 1" descr="/home/user/LawStuff/aa-scan-deck/pages/p019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7495" y="54864"/>
            <a:ext cx="4565158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68922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172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45533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173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19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3226" y="54864"/>
            <a:ext cx="4553174" cy="6748272"/>
          </a:xfrm>
          <a:prstGeom prst="rect">
            <a:avLst/>
          </a:prstGeom>
        </p:spPr>
      </p:pic>
      <p:pic>
        <p:nvPicPr>
          <p:cNvPr id="3" name="Image 1" descr="/home/user/LawStuff/aa-scan-deck/pages/p019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6400" y="54864"/>
            <a:ext cx="4572069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73106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174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41349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175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20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13269" y="54864"/>
            <a:ext cx="4565158" cy="674827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561306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177</a:t>
            </a:r>
            <a:endParaRPr lang="en-US" sz="2800" dirty="0"/>
          </a:p>
        </p:txBody>
      </p:sp>
      <p:sp>
        <p:nvSpPr>
          <p:cNvPr id="4" name="Text 1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2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9232" y="54864"/>
            <a:ext cx="4553174" cy="6748272"/>
          </a:xfrm>
          <a:prstGeom prst="rect">
            <a:avLst/>
          </a:prstGeom>
        </p:spPr>
      </p:pic>
      <p:pic>
        <p:nvPicPr>
          <p:cNvPr id="3" name="Image 1" descr="/home/user/LawStuff/aa-scan-deck/pages/p020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2406" y="54864"/>
            <a:ext cx="4560057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79112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178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35343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179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20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6415" y="54864"/>
            <a:ext cx="4575359" cy="6748272"/>
          </a:xfrm>
          <a:prstGeom prst="rect">
            <a:avLst/>
          </a:prstGeom>
        </p:spPr>
      </p:pic>
      <p:pic>
        <p:nvPicPr>
          <p:cNvPr id="3" name="Image 1" descr="/home/user/LawStuff/aa-scan-deck/pages/p0204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1774" y="54864"/>
            <a:ext cx="4563506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66295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180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48160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181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20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4962" y="54864"/>
            <a:ext cx="4556613" cy="6748272"/>
          </a:xfrm>
          <a:prstGeom prst="rect">
            <a:avLst/>
          </a:prstGeom>
        </p:spPr>
      </p:pic>
      <p:pic>
        <p:nvPicPr>
          <p:cNvPr id="3" name="Image 1" descr="/home/user/LawStuff/aa-scan-deck/pages/p0206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1575" y="54864"/>
            <a:ext cx="4565158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74842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182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39613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183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20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3861" y="54864"/>
            <a:ext cx="4570258" cy="6748272"/>
          </a:xfrm>
          <a:prstGeom prst="rect">
            <a:avLst/>
          </a:prstGeom>
        </p:spPr>
      </p:pic>
      <p:pic>
        <p:nvPicPr>
          <p:cNvPr id="3" name="Image 1" descr="/home/user/LawStuff/aa-scan-deck/pages/p0208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119" y="54864"/>
            <a:ext cx="4573715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63741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184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50714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185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20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4680" y="54864"/>
            <a:ext cx="4565158" cy="6748272"/>
          </a:xfrm>
          <a:prstGeom prst="rect">
            <a:avLst/>
          </a:prstGeom>
        </p:spPr>
      </p:pic>
      <p:pic>
        <p:nvPicPr>
          <p:cNvPr id="3" name="Image 1" descr="/home/user/LawStuff/aa-scan-deck/pages/p0210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9838" y="54864"/>
            <a:ext cx="4577178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64560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186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49895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187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2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2946" y="54864"/>
            <a:ext cx="4565158" cy="6748272"/>
          </a:xfrm>
          <a:prstGeom prst="rect">
            <a:avLst/>
          </a:prstGeom>
        </p:spPr>
      </p:pic>
      <p:pic>
        <p:nvPicPr>
          <p:cNvPr id="3" name="Image 1" descr="/home/user/LawStuff/aa-scan-deck/pages/p021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8104" y="54864"/>
            <a:ext cx="4580645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62826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188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51629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189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2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1396" y="54864"/>
            <a:ext cx="4582097" cy="6748272"/>
          </a:xfrm>
          <a:prstGeom prst="rect">
            <a:avLst/>
          </a:prstGeom>
        </p:spPr>
      </p:pic>
      <p:pic>
        <p:nvPicPr>
          <p:cNvPr id="3" name="Image 1" descr="/home/user/LawStuff/aa-scan-deck/pages/p0214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3493" y="54864"/>
            <a:ext cx="4566806" cy="674827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61276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190</a:t>
            </a:r>
            <a:endParaRPr lang="en-US" sz="2800" dirty="0"/>
          </a:p>
        </p:txBody>
      </p:sp>
      <p:sp>
        <p:nvSpPr>
          <p:cNvPr id="5" name="Text 1"/>
          <p:cNvSpPr/>
          <p:nvPr/>
        </p:nvSpPr>
        <p:spPr>
          <a:xfrm>
            <a:off x="10853179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191</a:t>
            </a:r>
            <a:endParaRPr lang="en-US" sz="2800" dirty="0"/>
          </a:p>
        </p:txBody>
      </p:sp>
      <p:sp>
        <p:nvSpPr>
          <p:cNvPr id="6" name="Text 2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2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16714" y="54864"/>
            <a:ext cx="4558267" cy="674827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856594" y="3108960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192</a:t>
            </a:r>
            <a:endParaRPr lang="en-US" sz="2800" dirty="0"/>
          </a:p>
        </p:txBody>
      </p:sp>
      <p:sp>
        <p:nvSpPr>
          <p:cNvPr id="4" name="Text 1"/>
          <p:cNvSpPr/>
          <p:nvPr/>
        </p:nvSpPr>
        <p:spPr>
          <a:xfrm rot="16200000">
            <a:off x="-2999232" y="321868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2026-09-07T20:24:22Z</dcterms:created>
  <dcterms:modified xsi:type="dcterms:W3CDTF">2026-09-07T20:24:22Z</dcterms:modified>
</cp:coreProperties>
</file>
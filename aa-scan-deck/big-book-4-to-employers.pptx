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Book Study Group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822960" y="29077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200" kern="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District 23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E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Employers — Pages 141 to the End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2A3B54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0690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Court Street, Port Huron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 ·  7:00 PM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Copyright Notice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3736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materials are copyright © by Alcoholics Anonymous World Services, Inc. ("A.A.W.S."). All rights reserved. Individual printing or photocopying of a single copy is permitted. Intended for personal use only, and not to be reproduced further or distributed for resale.”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Displayed at the request of A.A. World Services, Inc. Reproduced with permission for use during this A.A. meeting.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21807" y="54864"/>
            <a:ext cx="4548081" cy="67482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55276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9484" y="54864"/>
            <a:ext cx="4549740" cy="6748272"/>
          </a:xfrm>
          <a:prstGeom prst="rect">
            <a:avLst/>
          </a:prstGeom>
        </p:spPr>
      </p:pic>
      <p:pic>
        <p:nvPicPr>
          <p:cNvPr id="3" name="Image 1" descr="/home/user/LawStuff/aa-scan-deck/pages/p016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224" y="54864"/>
            <a:ext cx="454298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936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509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0954" y="54864"/>
            <a:ext cx="4553174" cy="6748272"/>
          </a:xfrm>
          <a:prstGeom prst="rect">
            <a:avLst/>
          </a:prstGeom>
        </p:spPr>
      </p:pic>
      <p:pic>
        <p:nvPicPr>
          <p:cNvPr id="3" name="Image 1" descr="/home/user/LawStuff/aa-scan-deck/pages/p016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28" y="54864"/>
            <a:ext cx="4556613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083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362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232" y="54864"/>
            <a:ext cx="4553174" cy="6748272"/>
          </a:xfrm>
          <a:prstGeom prst="rect">
            <a:avLst/>
          </a:prstGeom>
        </p:spPr>
      </p:pic>
      <p:pic>
        <p:nvPicPr>
          <p:cNvPr id="3" name="Image 1" descr="/home/user/LawStuff/aa-scan-deck/pages/p017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406" y="54864"/>
            <a:ext cx="456005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911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534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232" y="54864"/>
            <a:ext cx="4560057" cy="6748272"/>
          </a:xfrm>
          <a:prstGeom prst="rect">
            <a:avLst/>
          </a:prstGeom>
        </p:spPr>
      </p:pic>
      <p:pic>
        <p:nvPicPr>
          <p:cNvPr id="3" name="Image 1" descr="/home/user/LawStuff/aa-scan-deck/pages/p017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289" y="54864"/>
            <a:ext cx="4553174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911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534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2674" y="54864"/>
            <a:ext cx="4553174" cy="6748272"/>
          </a:xfrm>
          <a:prstGeom prst="rect">
            <a:avLst/>
          </a:prstGeom>
        </p:spPr>
      </p:pic>
      <p:pic>
        <p:nvPicPr>
          <p:cNvPr id="3" name="Image 1" descr="/home/user/LawStuff/aa-scan-deck/pages/p017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8" y="54864"/>
            <a:ext cx="4553174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255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190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0131" y="54864"/>
            <a:ext cx="4559918" cy="6748272"/>
          </a:xfrm>
          <a:prstGeom prst="rect">
            <a:avLst/>
          </a:prstGeom>
        </p:spPr>
      </p:pic>
      <p:pic>
        <p:nvPicPr>
          <p:cNvPr id="3" name="Image 1" descr="/home/user/LawStuff/aa-scan-deck/pages/p017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049" y="54864"/>
            <a:ext cx="455151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001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444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038" y="54864"/>
            <a:ext cx="4539562" cy="6748272"/>
          </a:xfrm>
          <a:prstGeom prst="rect">
            <a:avLst/>
          </a:prstGeom>
        </p:spPr>
      </p:pic>
      <p:pic>
        <p:nvPicPr>
          <p:cNvPr id="3" name="Image 1" descr="/home/user/LawStuff/aa-scan-deck/pages/p017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600" y="54864"/>
            <a:ext cx="456005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591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853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4032" y="54864"/>
            <a:ext cx="4585364" cy="6748272"/>
          </a:xfrm>
          <a:prstGeom prst="rect">
            <a:avLst/>
          </a:prstGeom>
        </p:spPr>
      </p:pic>
      <p:pic>
        <p:nvPicPr>
          <p:cNvPr id="3" name="Image 1" descr="/home/user/LawStuff/aa-scan-deck/pages/p018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9396" y="54864"/>
            <a:ext cx="455826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391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5054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880" y="54864"/>
            <a:ext cx="4548081" cy="6748272"/>
          </a:xfrm>
          <a:prstGeom prst="rect">
            <a:avLst/>
          </a:prstGeom>
        </p:spPr>
      </p:pic>
      <p:pic>
        <p:nvPicPr>
          <p:cNvPr id="3" name="Image 1" descr="/home/user/LawStuff/aa-scan-deck/pages/p018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960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676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769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232" y="54864"/>
            <a:ext cx="4553174" cy="6748272"/>
          </a:xfrm>
          <a:prstGeom prst="rect">
            <a:avLst/>
          </a:prstGeom>
        </p:spPr>
      </p:pic>
      <p:pic>
        <p:nvPicPr>
          <p:cNvPr id="3" name="Image 1" descr="/home/user/LawStuff/aa-scan-deck/pages/p018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406" y="54864"/>
            <a:ext cx="456005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911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534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8410" y="54864"/>
            <a:ext cx="4551516" cy="6748272"/>
          </a:xfrm>
          <a:prstGeom prst="rect">
            <a:avLst/>
          </a:prstGeom>
        </p:spPr>
      </p:pic>
      <p:pic>
        <p:nvPicPr>
          <p:cNvPr id="3" name="Image 1" descr="/home/user/LawStuff/aa-scan-deck/pages/p018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926" y="54864"/>
            <a:ext cx="4563360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829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616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232" y="54864"/>
            <a:ext cx="4553174" cy="6748272"/>
          </a:xfrm>
          <a:prstGeom prst="rect">
            <a:avLst/>
          </a:prstGeom>
        </p:spPr>
      </p:pic>
      <p:pic>
        <p:nvPicPr>
          <p:cNvPr id="3" name="Image 1" descr="/home/user/LawStuff/aa-scan-deck/pages/p018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406" y="54864"/>
            <a:ext cx="456005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911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534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8399" y="54864"/>
            <a:ext cx="4549740" cy="6748272"/>
          </a:xfrm>
          <a:prstGeom prst="rect">
            <a:avLst/>
          </a:prstGeom>
        </p:spPr>
      </p:pic>
      <p:pic>
        <p:nvPicPr>
          <p:cNvPr id="3" name="Image 1" descr="/home/user/LawStuff/aa-scan-deck/pages/p019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139" y="54864"/>
            <a:ext cx="456515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827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617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0690" y="54864"/>
            <a:ext cx="4570258" cy="6748272"/>
          </a:xfrm>
          <a:prstGeom prst="rect">
            <a:avLst/>
          </a:prstGeom>
        </p:spPr>
      </p:pic>
      <p:pic>
        <p:nvPicPr>
          <p:cNvPr id="3" name="Image 1" descr="/home/user/LawStuff/aa-scan-deck/pages/p019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948" y="54864"/>
            <a:ext cx="456005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057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4388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6682" y="54864"/>
            <a:ext cx="4553174" cy="6748272"/>
          </a:xfrm>
          <a:prstGeom prst="rect">
            <a:avLst/>
          </a:prstGeom>
        </p:spPr>
      </p:pic>
      <p:pic>
        <p:nvPicPr>
          <p:cNvPr id="3" name="Image 1" descr="/home/user/LawStuff/aa-scan-deck/pages/p019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856" y="54864"/>
            <a:ext cx="456515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656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789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9042" y="54864"/>
            <a:ext cx="4568453" cy="6748272"/>
          </a:xfrm>
          <a:prstGeom prst="rect">
            <a:avLst/>
          </a:prstGeom>
        </p:spPr>
      </p:pic>
      <p:pic>
        <p:nvPicPr>
          <p:cNvPr id="3" name="Image 1" descr="/home/user/LawStuff/aa-scan-deck/pages/p019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95" y="54864"/>
            <a:ext cx="456515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892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4553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3226" y="54864"/>
            <a:ext cx="4553174" cy="6748272"/>
          </a:xfrm>
          <a:prstGeom prst="rect">
            <a:avLst/>
          </a:prstGeom>
        </p:spPr>
      </p:pic>
      <p:pic>
        <p:nvPicPr>
          <p:cNvPr id="3" name="Image 1" descr="/home/user/LawStuff/aa-scan-deck/pages/p019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400" y="54864"/>
            <a:ext cx="4572069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310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4134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3269" y="54864"/>
            <a:ext cx="4565158" cy="67482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56130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177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232" y="54864"/>
            <a:ext cx="4553174" cy="6748272"/>
          </a:xfrm>
          <a:prstGeom prst="rect">
            <a:avLst/>
          </a:prstGeom>
        </p:spPr>
      </p:pic>
      <p:pic>
        <p:nvPicPr>
          <p:cNvPr id="3" name="Image 1" descr="/home/user/LawStuff/aa-scan-deck/pages/p02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406" y="54864"/>
            <a:ext cx="456005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911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534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6415" y="54864"/>
            <a:ext cx="4575359" cy="6748272"/>
          </a:xfrm>
          <a:prstGeom prst="rect">
            <a:avLst/>
          </a:prstGeom>
        </p:spPr>
      </p:pic>
      <p:pic>
        <p:nvPicPr>
          <p:cNvPr id="3" name="Image 1" descr="/home/user/LawStuff/aa-scan-deck/pages/p020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1774" y="54864"/>
            <a:ext cx="456350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629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4816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4962" y="54864"/>
            <a:ext cx="4556613" cy="6748272"/>
          </a:xfrm>
          <a:prstGeom prst="rect">
            <a:avLst/>
          </a:prstGeom>
        </p:spPr>
      </p:pic>
      <p:pic>
        <p:nvPicPr>
          <p:cNvPr id="3" name="Image 1" descr="/home/user/LawStuff/aa-scan-deck/pages/p020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575" y="54864"/>
            <a:ext cx="456515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484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961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3861" y="54864"/>
            <a:ext cx="4570258" cy="6748272"/>
          </a:xfrm>
          <a:prstGeom prst="rect">
            <a:avLst/>
          </a:prstGeom>
        </p:spPr>
      </p:pic>
      <p:pic>
        <p:nvPicPr>
          <p:cNvPr id="3" name="Image 1" descr="/home/user/LawStuff/aa-scan-deck/pages/p020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19" y="54864"/>
            <a:ext cx="457371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374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5071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4680" y="54864"/>
            <a:ext cx="4565158" cy="6748272"/>
          </a:xfrm>
          <a:prstGeom prst="rect">
            <a:avLst/>
          </a:prstGeom>
        </p:spPr>
      </p:pic>
      <p:pic>
        <p:nvPicPr>
          <p:cNvPr id="3" name="Image 1" descr="/home/user/LawStuff/aa-scan-deck/pages/p021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838" y="54864"/>
            <a:ext cx="457717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456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4989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946" y="54864"/>
            <a:ext cx="4565158" cy="6748272"/>
          </a:xfrm>
          <a:prstGeom prst="rect">
            <a:avLst/>
          </a:prstGeom>
        </p:spPr>
      </p:pic>
      <p:pic>
        <p:nvPicPr>
          <p:cNvPr id="3" name="Image 1" descr="/home/user/LawStuff/aa-scan-deck/pages/p021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104" y="54864"/>
            <a:ext cx="458064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282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5162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1396" y="54864"/>
            <a:ext cx="4582097" cy="6748272"/>
          </a:xfrm>
          <a:prstGeom prst="rect">
            <a:avLst/>
          </a:prstGeom>
        </p:spPr>
      </p:pic>
      <p:pic>
        <p:nvPicPr>
          <p:cNvPr id="3" name="Image 1" descr="/home/user/LawStuff/aa-scan-deck/pages/p021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3493" y="54864"/>
            <a:ext cx="456680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127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5317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6714" y="54864"/>
            <a:ext cx="4558267" cy="67482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659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2026-08-20T01:28:41Z</dcterms:created>
  <dcterms:modified xsi:type="dcterms:W3CDTF">2026-08-20T01:28:41Z</dcterms:modified>
</cp:coreProperties>
</file>
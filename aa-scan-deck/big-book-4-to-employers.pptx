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Book Study Group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9077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District 23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649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E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Employers — Pages 141 to the 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2A3B5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0690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 Court Street, Port Huron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 ·  7:00 PM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Copyright Notice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materials are copyright © by Alcoholics Anonymous World Services, Inc. ("A.A.W.S."). All rights reserved. Individual printing or photocopying of a single copy is permitted. Intended for personal use only, and not to be reproduced further or distributed for resale.”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at the request of A.A. World Services, Inc. Reproduced with permission for use during this A.A. meeting.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1807" y="54864"/>
            <a:ext cx="4548081" cy="67482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5276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84" y="54864"/>
            <a:ext cx="4549740" cy="6748272"/>
          </a:xfrm>
          <a:prstGeom prst="rect">
            <a:avLst/>
          </a:prstGeom>
        </p:spPr>
      </p:pic>
      <p:pic>
        <p:nvPicPr>
          <p:cNvPr id="3" name="Image 1" descr="/home/user/lawstuff/aa-scan-deck/pages/p016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224" y="54864"/>
            <a:ext cx="454298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936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509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954" y="54864"/>
            <a:ext cx="4553174" cy="6748272"/>
          </a:xfrm>
          <a:prstGeom prst="rect">
            <a:avLst/>
          </a:prstGeom>
        </p:spPr>
      </p:pic>
      <p:pic>
        <p:nvPicPr>
          <p:cNvPr id="3" name="Image 1" descr="/home/user/lawstuff/aa-scan-deck/pages/p016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28" y="54864"/>
            <a:ext cx="4556613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083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362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232" y="54864"/>
            <a:ext cx="4553174" cy="6748272"/>
          </a:xfrm>
          <a:prstGeom prst="rect">
            <a:avLst/>
          </a:prstGeom>
        </p:spPr>
      </p:pic>
      <p:pic>
        <p:nvPicPr>
          <p:cNvPr id="3" name="Image 1" descr="/home/user/lawstuff/aa-scan-deck/pages/p017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406" y="54864"/>
            <a:ext cx="456005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911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534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232" y="54864"/>
            <a:ext cx="4560057" cy="6748272"/>
          </a:xfrm>
          <a:prstGeom prst="rect">
            <a:avLst/>
          </a:prstGeom>
        </p:spPr>
      </p:pic>
      <p:pic>
        <p:nvPicPr>
          <p:cNvPr id="3" name="Image 1" descr="/home/user/lawstuff/aa-scan-deck/pages/p017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289" y="54864"/>
            <a:ext cx="4553174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911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534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674" y="54864"/>
            <a:ext cx="4553174" cy="6748272"/>
          </a:xfrm>
          <a:prstGeom prst="rect">
            <a:avLst/>
          </a:prstGeom>
        </p:spPr>
      </p:pic>
      <p:pic>
        <p:nvPicPr>
          <p:cNvPr id="3" name="Image 1" descr="/home/user/lawstuff/aa-scan-deck/pages/p017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54864"/>
            <a:ext cx="4553174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255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190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131" y="54864"/>
            <a:ext cx="4559918" cy="6748272"/>
          </a:xfrm>
          <a:prstGeom prst="rect">
            <a:avLst/>
          </a:prstGeom>
        </p:spPr>
      </p:pic>
      <p:pic>
        <p:nvPicPr>
          <p:cNvPr id="3" name="Image 1" descr="/home/user/lawstuff/aa-scan-deck/pages/p017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49" y="54864"/>
            <a:ext cx="455151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001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444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038" y="54864"/>
            <a:ext cx="4539562" cy="6748272"/>
          </a:xfrm>
          <a:prstGeom prst="rect">
            <a:avLst/>
          </a:prstGeom>
        </p:spPr>
      </p:pic>
      <p:pic>
        <p:nvPicPr>
          <p:cNvPr id="3" name="Image 1" descr="/home/user/lawstuff/aa-scan-deck/pages/p017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600" y="54864"/>
            <a:ext cx="456005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91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853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32" y="54864"/>
            <a:ext cx="4585364" cy="6748272"/>
          </a:xfrm>
          <a:prstGeom prst="rect">
            <a:avLst/>
          </a:prstGeom>
        </p:spPr>
      </p:pic>
      <p:pic>
        <p:nvPicPr>
          <p:cNvPr id="3" name="Image 1" descr="/home/user/lawstuff/aa-scan-deck/pages/p018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396" y="54864"/>
            <a:ext cx="455826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391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5054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80" y="54864"/>
            <a:ext cx="4548081" cy="6748272"/>
          </a:xfrm>
          <a:prstGeom prst="rect">
            <a:avLst/>
          </a:prstGeom>
        </p:spPr>
      </p:pic>
      <p:pic>
        <p:nvPicPr>
          <p:cNvPr id="3" name="Image 1" descr="/home/user/lawstuff/aa-scan-deck/pages/p018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60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676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769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232" y="54864"/>
            <a:ext cx="4553174" cy="6748272"/>
          </a:xfrm>
          <a:prstGeom prst="rect">
            <a:avLst/>
          </a:prstGeom>
        </p:spPr>
      </p:pic>
      <p:pic>
        <p:nvPicPr>
          <p:cNvPr id="3" name="Image 1" descr="/home/user/lawstuff/aa-scan-deck/pages/p018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406" y="54864"/>
            <a:ext cx="456005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911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534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410" y="54864"/>
            <a:ext cx="4551516" cy="6748272"/>
          </a:xfrm>
          <a:prstGeom prst="rect">
            <a:avLst/>
          </a:prstGeom>
        </p:spPr>
      </p:pic>
      <p:pic>
        <p:nvPicPr>
          <p:cNvPr id="3" name="Image 1" descr="/home/user/lawstuff/aa-scan-deck/pages/p018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26" y="54864"/>
            <a:ext cx="4563360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829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616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8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232" y="54864"/>
            <a:ext cx="4553174" cy="6748272"/>
          </a:xfrm>
          <a:prstGeom prst="rect">
            <a:avLst/>
          </a:prstGeom>
        </p:spPr>
      </p:pic>
      <p:pic>
        <p:nvPicPr>
          <p:cNvPr id="3" name="Image 1" descr="/home/user/lawstuff/aa-scan-deck/pages/p018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406" y="54864"/>
            <a:ext cx="456005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911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534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Bob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165</a:t>
            </a:r>
            <a:endParaRPr lang="en-US" sz="1600" dirty="0"/>
          </a:p>
        </p:txBody>
      </p:sp>
      <p:pic>
        <p:nvPicPr>
          <p:cNvPr id="4" name="Image 0" descr="/home/user/lawstuff/aa-scan-deck/photos/dr-bo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3948" y="1687068"/>
            <a:ext cx="246380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63948" y="1687068"/>
            <a:ext cx="2463800" cy="38862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Robert Holbrook Smith, M.D., 1879-1950. Early A.A. archival photograph, via aamidsurrey.org.uk. Displayed for in-group study only.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399" y="54864"/>
            <a:ext cx="4549740" cy="6748272"/>
          </a:xfrm>
          <a:prstGeom prst="rect">
            <a:avLst/>
          </a:prstGeom>
        </p:spPr>
      </p:pic>
      <p:pic>
        <p:nvPicPr>
          <p:cNvPr id="3" name="Image 1" descr="/home/user/lawstuff/aa-scan-deck/pages/p019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139" y="54864"/>
            <a:ext cx="456515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827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617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690" y="54864"/>
            <a:ext cx="4570258" cy="6748272"/>
          </a:xfrm>
          <a:prstGeom prst="rect">
            <a:avLst/>
          </a:prstGeom>
        </p:spPr>
      </p:pic>
      <p:pic>
        <p:nvPicPr>
          <p:cNvPr id="3" name="Image 1" descr="/home/user/lawstuff/aa-scan-deck/pages/p019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948" y="54864"/>
            <a:ext cx="456005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057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4388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9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682" y="54864"/>
            <a:ext cx="4553174" cy="6748272"/>
          </a:xfrm>
          <a:prstGeom prst="rect">
            <a:avLst/>
          </a:prstGeom>
        </p:spPr>
      </p:pic>
      <p:pic>
        <p:nvPicPr>
          <p:cNvPr id="3" name="Image 1" descr="/home/user/lawstuff/aa-scan-deck/pages/p019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856" y="54864"/>
            <a:ext cx="456515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56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789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042" y="54864"/>
            <a:ext cx="4568453" cy="6748272"/>
          </a:xfrm>
          <a:prstGeom prst="rect">
            <a:avLst/>
          </a:prstGeom>
        </p:spPr>
      </p:pic>
      <p:pic>
        <p:nvPicPr>
          <p:cNvPr id="3" name="Image 1" descr="/home/user/lawstuff/aa-scan-deck/pages/p019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495" y="54864"/>
            <a:ext cx="456515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892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4553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19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226" y="54864"/>
            <a:ext cx="4553174" cy="6748272"/>
          </a:xfrm>
          <a:prstGeom prst="rect">
            <a:avLst/>
          </a:prstGeom>
        </p:spPr>
      </p:pic>
      <p:pic>
        <p:nvPicPr>
          <p:cNvPr id="3" name="Image 1" descr="/home/user/lawstuff/aa-scan-deck/pages/p019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00" y="54864"/>
            <a:ext cx="4572069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310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4134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2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269" y="54864"/>
            <a:ext cx="4565158" cy="67482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130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2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232" y="54864"/>
            <a:ext cx="4553174" cy="6748272"/>
          </a:xfrm>
          <a:prstGeom prst="rect">
            <a:avLst/>
          </a:prstGeom>
        </p:spPr>
      </p:pic>
      <p:pic>
        <p:nvPicPr>
          <p:cNvPr id="3" name="Image 1" descr="/home/user/lawstuff/aa-scan-deck/pages/p02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406" y="54864"/>
            <a:ext cx="456005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911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534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2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6415" y="54864"/>
            <a:ext cx="4575359" cy="6748272"/>
          </a:xfrm>
          <a:prstGeom prst="rect">
            <a:avLst/>
          </a:prstGeom>
        </p:spPr>
      </p:pic>
      <p:pic>
        <p:nvPicPr>
          <p:cNvPr id="3" name="Image 1" descr="/home/user/lawstuff/aa-scan-deck/pages/p020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774" y="54864"/>
            <a:ext cx="456350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29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4816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2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962" y="54864"/>
            <a:ext cx="4556613" cy="6748272"/>
          </a:xfrm>
          <a:prstGeom prst="rect">
            <a:avLst/>
          </a:prstGeom>
        </p:spPr>
      </p:pic>
      <p:pic>
        <p:nvPicPr>
          <p:cNvPr id="3" name="Image 1" descr="/home/user/lawstuff/aa-scan-deck/pages/p020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575" y="54864"/>
            <a:ext cx="456515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484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961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2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61" y="54864"/>
            <a:ext cx="4570258" cy="6748272"/>
          </a:xfrm>
          <a:prstGeom prst="rect">
            <a:avLst/>
          </a:prstGeom>
        </p:spPr>
      </p:pic>
      <p:pic>
        <p:nvPicPr>
          <p:cNvPr id="3" name="Image 1" descr="/home/user/lawstuff/aa-scan-deck/pages/p020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19" y="54864"/>
            <a:ext cx="457371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374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5071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2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680" y="54864"/>
            <a:ext cx="4565158" cy="6748272"/>
          </a:xfrm>
          <a:prstGeom prst="rect">
            <a:avLst/>
          </a:prstGeom>
        </p:spPr>
      </p:pic>
      <p:pic>
        <p:nvPicPr>
          <p:cNvPr id="3" name="Image 1" descr="/home/user/lawstuff/aa-scan-deck/pages/p021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838" y="54864"/>
            <a:ext cx="457717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456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4989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2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946" y="54864"/>
            <a:ext cx="4565158" cy="6748272"/>
          </a:xfrm>
          <a:prstGeom prst="rect">
            <a:avLst/>
          </a:prstGeom>
        </p:spPr>
      </p:pic>
      <p:pic>
        <p:nvPicPr>
          <p:cNvPr id="3" name="Image 1" descr="/home/user/lawstuff/aa-scan-deck/pages/p021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104" y="54864"/>
            <a:ext cx="458064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282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5162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1396" y="54864"/>
            <a:ext cx="4582097" cy="6748272"/>
          </a:xfrm>
          <a:prstGeom prst="rect">
            <a:avLst/>
          </a:prstGeom>
        </p:spPr>
      </p:pic>
      <p:pic>
        <p:nvPicPr>
          <p:cNvPr id="3" name="Image 1" descr="/home/user/lawstuff/aa-scan-deck/pages/p02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493" y="54864"/>
            <a:ext cx="456680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127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5317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2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6714" y="54864"/>
            <a:ext cx="4558267" cy="67482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659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2026-09-25T02:39:12Z</dcterms:created>
  <dcterms:modified xsi:type="dcterms:W3CDTF">2026-09-25T02:39:12Z</dcterms:modified>
</cp:coreProperties>
</file>